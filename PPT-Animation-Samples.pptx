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3DFA3-BBDD-4189-8256-30F531019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FD678B-62D2-4286-B7FA-F4196EA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304E5A-2344-47C2-A453-C6D2392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0C4B7-5384-4F7C-8500-4C04038A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3F91F-6DE0-4EED-8C26-633027A5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9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8875D-39C3-4165-AF44-961C6FAAE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E3312A-B96B-4CBB-8A7E-A0F6FA657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1D2C48-AEEB-490A-A763-A8F8EB02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8029F6-47B9-48BA-A6F0-C0E2FBC7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F23BED-0050-4302-9CD1-B11CF566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68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7AF48-06AB-46EA-B2BE-33F13005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558F2A-400C-40AC-A71A-EEFDCA732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A554A5-9556-4573-9520-8170393C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8BB2A-FFCC-4AE4-A53D-74E16F47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7639-CF36-48B3-9BD5-02EE36DA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131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B7D09-A428-473D-9681-8D70FE3F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6C58A-1DC6-49D6-A3FE-0AB74CB8F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6C9F3B-41E8-4D4E-99CF-A758C3EDE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75B9D3-41E0-4DF6-9181-9331348B2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A8D371-4F16-4876-A878-C8B10DE5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79226F-0179-4FCC-849F-3B46E010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43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5F70A-A61A-4C1E-813A-9BE0DA41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105B8-3515-447C-8242-E65D37662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8D46EC-3D7B-4047-9458-493BD7FCA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DCB814-9B42-4DF9-95DC-3E8662C6C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7968D4-9C2B-4E29-A85E-D9E49B1F2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9F54DF-5912-4B8C-9DE3-FB7E22B0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3CDB96-3F10-4B01-9BFC-1732B0D8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68FB56-E05D-4E30-9CBA-FEE59A19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07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2E468-C083-45D2-AE22-FE54E101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12E6A1-8AC9-46E9-A7BC-2D2447C2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22EEA4-C9B3-443E-9ED5-5604DBD9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467A86-5812-4B56-8B1E-B7142009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93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C7E40C-A7C0-48DD-9FAC-DEE7102C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B5E6B2-E9B9-4DAE-8E31-CF5E6A69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07FD1-84D4-454C-8EB5-3E217F9A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21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0992A-3E59-4898-A3FC-42216AB0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9FC22-E2B9-4F1F-9E4E-95CD1734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9ACD0C-6392-4178-BE96-DB5540F1F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97B7B4-EE74-491A-A0F0-E286C52A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BA0500-0003-4977-84E9-A62C3EF3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A5B315-D0A4-40A4-ACB0-63769F8C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1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CDA62-004F-417C-8F77-A9962E33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9E2263-75F2-46AD-B313-E046DD9CA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5E6C5A-DC7A-4CFB-AC41-D4E26BC13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B9CFD4-3CCE-494E-B143-FA11B8AB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77FA0E-C471-4C87-8D19-6C5D6D46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718433-E461-4164-BA5A-CECED344E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80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89EAE-918E-49DD-A0D8-116D99C2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C9FEF5-CCBF-48A9-9D79-CEAE87BC8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63059-3C99-44D5-834B-AE5C5D0C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8B5C9F-AACA-4121-ADB2-6768E80E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0DF41-0F37-48B6-823B-95A10E85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93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33B976-D6DC-4764-8EA5-C1955ED58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3BF09B-6FE5-4130-A7A1-5AF592596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1C6D2A-70EC-4055-86D4-9A648CB3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A8373-CB81-49CF-B823-EF045E47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9CD6DB-7686-4460-9B2C-324383E0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72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AC2033-8256-49AF-AB04-6013D987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409BA6-8A03-42F3-B633-96D984844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03DD2-AE08-4A9C-A5C1-35BDF2F56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B7589-6A85-43F1-96BB-1A2EC93AE491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1B5628-18D7-4438-BD07-CC6BC5CD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1DA91-DC61-4444-82EA-9261DF444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6D38A-70F2-46E2-9CEB-994740C651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434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D2E4C-11EB-4F8B-AB01-E201CF94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3849D7-F7E9-4CA5-A75A-0BEEDDE6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: 圆顶角 3">
            <a:extLst>
              <a:ext uri="{FF2B5EF4-FFF2-40B4-BE49-F238E27FC236}">
                <a16:creationId xmlns:a16="http://schemas.microsoft.com/office/drawing/2014/main" id="{55AB0DA0-913F-47F6-92F6-615BDF297D42}"/>
              </a:ext>
            </a:extLst>
          </p:cNvPr>
          <p:cNvSpPr/>
          <p:nvPr/>
        </p:nvSpPr>
        <p:spPr>
          <a:xfrm>
            <a:off x="1985818" y="2992577"/>
            <a:ext cx="1413164" cy="1071419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飞入（开始不在后来在）</a:t>
            </a:r>
          </a:p>
        </p:txBody>
      </p:sp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B046F394-24B6-4349-A59B-41C123A9FC9C}"/>
              </a:ext>
            </a:extLst>
          </p:cNvPr>
          <p:cNvSpPr/>
          <p:nvPr/>
        </p:nvSpPr>
        <p:spPr>
          <a:xfrm>
            <a:off x="3759201" y="3057232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强调</a:t>
            </a:r>
            <a:endParaRPr lang="en-US" altLang="zh-CN" dirty="0"/>
          </a:p>
          <a:p>
            <a:pPr algn="ctr"/>
            <a:r>
              <a:rPr lang="zh-CN" altLang="en-US" dirty="0"/>
              <a:t>（从头到尾都在工画里面）</a:t>
            </a:r>
          </a:p>
        </p:txBody>
      </p:sp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ADF59E04-9C13-488D-9B3D-033FDB770231}"/>
              </a:ext>
            </a:extLst>
          </p:cNvPr>
          <p:cNvSpPr/>
          <p:nvPr/>
        </p:nvSpPr>
        <p:spPr>
          <a:xfrm>
            <a:off x="5990936" y="3024904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退出（开始在后来不在）</a:t>
            </a: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7A56EA5D-FA8A-498E-A856-B003B58CB618}"/>
              </a:ext>
            </a:extLst>
          </p:cNvPr>
          <p:cNvSpPr/>
          <p:nvPr/>
        </p:nvSpPr>
        <p:spPr>
          <a:xfrm>
            <a:off x="8235373" y="3024904"/>
            <a:ext cx="1884218" cy="100676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路径（从头到尾都在，中间移动）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805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85185E-6 L 0.125 -1.85185E-6 C 0.18099 -1.85185E-6 0.25 0.06898 0.25 0.125 L 0.25 0.25 " pathEditMode="relative" rAng="0" ptsTypes="AA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CC50F-B456-4D43-9188-6AC22D60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200" u="sng" dirty="0"/>
              <a:t>Sample 1</a:t>
            </a:r>
            <a:r>
              <a:rPr lang="en-US" altLang="zh-CN" sz="2200" dirty="0"/>
              <a:t>: 3</a:t>
            </a:r>
            <a:r>
              <a:rPr lang="zh-CN" altLang="en-US" sz="2200" dirty="0"/>
              <a:t>个方框飞入：全选方框，点击动画选择飞入，点击预览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B90966-3664-4910-B9F7-11F31833B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9BDAC1-F752-4A52-9C2D-77BEA48D6147}"/>
              </a:ext>
            </a:extLst>
          </p:cNvPr>
          <p:cNvSpPr/>
          <p:nvPr/>
        </p:nvSpPr>
        <p:spPr>
          <a:xfrm>
            <a:off x="5246914" y="215537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1. </a:t>
            </a:r>
            <a:r>
              <a:rPr lang="zh-CN" altLang="en-US" dirty="0"/>
              <a:t>飞入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046A92-F706-4AD8-9C34-F3A708742DFA}"/>
              </a:ext>
            </a:extLst>
          </p:cNvPr>
          <p:cNvSpPr/>
          <p:nvPr/>
        </p:nvSpPr>
        <p:spPr>
          <a:xfrm>
            <a:off x="5246913" y="3084966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2. </a:t>
            </a:r>
            <a:r>
              <a:rPr lang="zh-CN" altLang="en-US" dirty="0"/>
              <a:t>飞入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5823BC-5F05-4C86-9F52-FACC831FBD52}"/>
              </a:ext>
            </a:extLst>
          </p:cNvPr>
          <p:cNvSpPr/>
          <p:nvPr/>
        </p:nvSpPr>
        <p:spPr>
          <a:xfrm>
            <a:off x="5246912" y="401456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3. </a:t>
            </a:r>
            <a:r>
              <a:rPr lang="zh-CN" altLang="en-US" dirty="0"/>
              <a:t>飞入</a:t>
            </a:r>
          </a:p>
        </p:txBody>
      </p:sp>
    </p:spTree>
    <p:extLst>
      <p:ext uri="{BB962C8B-B14F-4D97-AF65-F5344CB8AC3E}">
        <p14:creationId xmlns:p14="http://schemas.microsoft.com/office/powerpoint/2010/main" val="77677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9647D-2174-4EFC-9676-369BC5BF4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607C54-0156-4A4F-B568-529DFC5EB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A9DF36-8FB1-4D58-BA87-59C467CCF162}"/>
              </a:ext>
            </a:extLst>
          </p:cNvPr>
          <p:cNvSpPr/>
          <p:nvPr/>
        </p:nvSpPr>
        <p:spPr>
          <a:xfrm>
            <a:off x="5246914" y="215537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1. </a:t>
            </a:r>
            <a:r>
              <a:rPr lang="zh-CN" altLang="en-US" dirty="0"/>
              <a:t>飞入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3A999B-AF34-423B-99DB-D451EB0A2565}"/>
              </a:ext>
            </a:extLst>
          </p:cNvPr>
          <p:cNvSpPr/>
          <p:nvPr/>
        </p:nvSpPr>
        <p:spPr>
          <a:xfrm>
            <a:off x="5246913" y="3084966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2. </a:t>
            </a:r>
            <a:r>
              <a:rPr lang="zh-CN" altLang="en-US" dirty="0"/>
              <a:t>飞入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17B333-8D03-413C-8A05-8D80437CBD54}"/>
              </a:ext>
            </a:extLst>
          </p:cNvPr>
          <p:cNvSpPr/>
          <p:nvPr/>
        </p:nvSpPr>
        <p:spPr>
          <a:xfrm>
            <a:off x="5246912" y="4014561"/>
            <a:ext cx="1643743" cy="7946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方块</a:t>
            </a:r>
            <a:r>
              <a:rPr lang="en-US" altLang="zh-CN" dirty="0"/>
              <a:t>3. </a:t>
            </a:r>
            <a:r>
              <a:rPr lang="zh-CN" altLang="en-US" dirty="0"/>
              <a:t>飞入</a:t>
            </a:r>
          </a:p>
        </p:txBody>
      </p:sp>
    </p:spTree>
    <p:extLst>
      <p:ext uri="{BB962C8B-B14F-4D97-AF65-F5344CB8AC3E}">
        <p14:creationId xmlns:p14="http://schemas.microsoft.com/office/powerpoint/2010/main" val="265156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85</Words>
  <Application>Microsoft Office PowerPoint</Application>
  <PresentationFormat>宽屏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Sample 1: 3个方框飞入：全选方框，点击动画选择飞入，点击预览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Canhui Wang</dc:creator>
  <cp:lastModifiedBy>Canhui Wang</cp:lastModifiedBy>
  <cp:revision>10</cp:revision>
  <dcterms:created xsi:type="dcterms:W3CDTF">2026-05-29T00:35:31Z</dcterms:created>
  <dcterms:modified xsi:type="dcterms:W3CDTF">2026-05-29T03:23:32Z</dcterms:modified>
</cp:coreProperties>
</file>
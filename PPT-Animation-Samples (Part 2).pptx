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80" r:id="rId4"/>
    <p:sldId id="282" r:id="rId5"/>
    <p:sldId id="283" r:id="rId6"/>
    <p:sldId id="284" r:id="rId7"/>
    <p:sldId id="285" r:id="rId8"/>
    <p:sldId id="278" r:id="rId9"/>
    <p:sldId id="287" r:id="rId10"/>
    <p:sldId id="286" r:id="rId11"/>
    <p:sldId id="279" r:id="rId12"/>
    <p:sldId id="289" r:id="rId13"/>
    <p:sldId id="29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3DFA3-BBDD-4189-8256-30F53101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FD678B-62D2-4286-B7FA-F4196EA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304E5A-2344-47C2-A453-C6D2392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0C4B7-5384-4F7C-8500-4C04038A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3F91F-6DE0-4EED-8C26-633027A5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9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8875D-39C3-4165-AF44-961C6FAA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3312A-B96B-4CBB-8A7E-A0F6FA657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D2C48-AEEB-490A-A763-A8F8EB02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029F6-47B9-48BA-A6F0-C0E2FBC7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23BED-0050-4302-9CD1-B11CF566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68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7AF48-06AB-46EA-B2BE-33F13005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558F2A-400C-40AC-A71A-EEFDCA732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554A5-9556-4573-9520-8170393C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8BB2A-FFCC-4AE4-A53D-74E16F4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7639-CF36-48B3-9BD5-02EE36DA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3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B7D09-A428-473D-9681-8D70FE3F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6C58A-1DC6-49D6-A3FE-0AB74CB8F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6C9F3B-41E8-4D4E-99CF-A758C3EDE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5B9D3-41E0-4DF6-9181-9331348B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8D371-4F16-4876-A878-C8B10DE5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79226F-0179-4FCC-849F-3B46E010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43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F70A-A61A-4C1E-813A-9BE0DA41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105B8-3515-447C-8242-E65D3766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8D46EC-3D7B-4047-9458-493BD7FCA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DCB814-9B42-4DF9-95DC-3E8662C6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7968D4-9C2B-4E29-A85E-D9E49B1F2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9F54DF-5912-4B8C-9DE3-FB7E22B0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3CDB96-3F10-4B01-9BFC-1732B0D8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68FB56-E05D-4E30-9CBA-FEE59A1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2E468-C083-45D2-AE22-FE54E101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12E6A1-8AC9-46E9-A7BC-2D2447C2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22EEA4-C9B3-443E-9ED5-5604DBD9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67A86-5812-4B56-8B1E-B7142009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93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C7E40C-A7C0-48DD-9FAC-DEE7102C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B5E6B2-E9B9-4DAE-8E31-CF5E6A69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07FD1-84D4-454C-8EB5-3E217F9A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21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992A-3E59-4898-A3FC-42216AB0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9FC22-E2B9-4F1F-9E4E-95CD1734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9ACD0C-6392-4178-BE96-DB5540F1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7B7B4-EE74-491A-A0F0-E286C52A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A0500-0003-4977-84E9-A62C3EF3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A5B315-D0A4-40A4-ACB0-63769F8C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1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CDA62-004F-417C-8F77-A9962E33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9E2263-75F2-46AD-B313-E046DD9CA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5E6C5A-DC7A-4CFB-AC41-D4E26BC13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9CFD4-3CCE-494E-B143-FA11B8AB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7FA0E-C471-4C87-8D19-6C5D6D46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718433-E461-4164-BA5A-CECED344E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0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89EAE-918E-49DD-A0D8-116D99C2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C9FEF5-CCBF-48A9-9D79-CEAE87BC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63059-3C99-44D5-834B-AE5C5D0C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8B5C9F-AACA-4121-ADB2-6768E80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0DF41-0F37-48B6-823B-95A10E85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3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33B976-D6DC-4764-8EA5-C1955ED5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3BF09B-6FE5-4130-A7A1-5AF59259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C6D2A-70EC-4055-86D4-9A648CB3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A8373-CB81-49CF-B823-EF045E47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CD6DB-7686-4460-9B2C-324383E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2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AC2033-8256-49AF-AB04-6013D987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409BA6-8A03-42F3-B633-96D984844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03DD2-AE08-4A9C-A5C1-35BDF2F56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B7589-6A85-43F1-96BB-1A2EC93AE49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1B5628-18D7-4438-BD07-CC6BC5CD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1DA91-DC61-4444-82EA-9261DF444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3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6F3CC-E0A3-443F-8537-C870D90E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华丽</a:t>
            </a:r>
            <a:r>
              <a:rPr lang="en-US" altLang="zh-CN" dirty="0"/>
              <a:t>MG</a:t>
            </a:r>
            <a:r>
              <a:rPr lang="zh-CN" altLang="en-US" dirty="0"/>
              <a:t>效果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CDF52E-FF6F-4CC3-91D4-1259DF13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常用的基础动画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平滑效果的设置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制作</a:t>
            </a:r>
            <a:r>
              <a:rPr lang="en-US" altLang="zh-CN" dirty="0"/>
              <a:t>MG</a:t>
            </a:r>
            <a:r>
              <a:rPr lang="zh-CN" altLang="en-US" dirty="0"/>
              <a:t>修饰元素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做一个华丽</a:t>
            </a:r>
            <a:r>
              <a:rPr lang="en-US" altLang="zh-CN" dirty="0"/>
              <a:t>MG</a:t>
            </a:r>
            <a:r>
              <a:rPr lang="zh-CN" altLang="en-US" dirty="0"/>
              <a:t>片头</a:t>
            </a:r>
          </a:p>
        </p:txBody>
      </p:sp>
    </p:spTree>
    <p:extLst>
      <p:ext uri="{BB962C8B-B14F-4D97-AF65-F5344CB8AC3E}">
        <p14:creationId xmlns:p14="http://schemas.microsoft.com/office/powerpoint/2010/main" val="30086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D2E4C-11EB-4F8B-AB01-E201CF94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常用的基础动画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849D7-F7E9-4CA5-A75A-0BEEDDE6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B046F394-24B6-4349-A59B-41C123A9FC9C}"/>
              </a:ext>
            </a:extLst>
          </p:cNvPr>
          <p:cNvSpPr/>
          <p:nvPr/>
        </p:nvSpPr>
        <p:spPr>
          <a:xfrm>
            <a:off x="3001822" y="3057232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动作路径</a:t>
            </a:r>
            <a:endParaRPr lang="en-US" altLang="zh-CN" dirty="0"/>
          </a:p>
          <a:p>
            <a:pPr algn="ctr"/>
            <a:r>
              <a:rPr lang="zh-CN" altLang="en-US" dirty="0"/>
              <a:t>（位置改变）</a:t>
            </a: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ADF59E04-9C13-488D-9B3D-033FDB770231}"/>
              </a:ext>
            </a:extLst>
          </p:cNvPr>
          <p:cNvSpPr/>
          <p:nvPr/>
        </p:nvSpPr>
        <p:spPr>
          <a:xfrm>
            <a:off x="5233557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陀螺旋</a:t>
            </a:r>
            <a:endParaRPr lang="en-US" altLang="zh-CN" dirty="0"/>
          </a:p>
          <a:p>
            <a:pPr algn="ctr"/>
            <a:r>
              <a:rPr lang="zh-CN" altLang="en-US" dirty="0"/>
              <a:t>（角度改变）</a:t>
            </a: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A56EA5D-FA8A-498E-A856-B003B58CB618}"/>
              </a:ext>
            </a:extLst>
          </p:cNvPr>
          <p:cNvSpPr/>
          <p:nvPr/>
        </p:nvSpPr>
        <p:spPr>
          <a:xfrm>
            <a:off x="7477994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放大缩小</a:t>
            </a:r>
            <a:endParaRPr lang="en-US" altLang="zh-CN" dirty="0"/>
          </a:p>
          <a:p>
            <a:pPr algn="ctr"/>
            <a:r>
              <a:rPr lang="zh-CN" altLang="en-US" dirty="0"/>
              <a:t>（大小改变）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805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85185E-6 L 0.125 -1.85185E-6 C 0.18099 -1.85185E-6 0.25 0.06898 0.25 0.125 L 0.25 0.25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1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对象从左到右移动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对象无法移动存在问题，</a:t>
            </a:r>
            <a:r>
              <a:rPr lang="zh-CN" altLang="en-US" sz="2200" b="1" dirty="0"/>
              <a:t>解决方案：</a:t>
            </a:r>
            <a:r>
              <a:rPr lang="en-US" altLang="zh-CN" sz="2200" dirty="0"/>
              <a:t>A)</a:t>
            </a:r>
            <a:r>
              <a:rPr lang="zh-CN" altLang="en-US" sz="2200" dirty="0"/>
              <a:t> 选中对象在动作路径中用直线，</a:t>
            </a:r>
            <a:r>
              <a:rPr lang="en-US" altLang="zh-CN" sz="2200" dirty="0"/>
              <a:t>B) </a:t>
            </a:r>
            <a:r>
              <a:rPr lang="zh-CN" altLang="en-US" sz="2200" dirty="0"/>
              <a:t>效果选项中选择右，如下：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9144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46DBF-0797-461D-97CA-A3FCFC61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41C5E-0A8E-4A40-A357-31CE4B9F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2F0F82F1-03BE-48A1-932E-6F9791E7CC5F}"/>
              </a:ext>
            </a:extLst>
          </p:cNvPr>
          <p:cNvSpPr/>
          <p:nvPr/>
        </p:nvSpPr>
        <p:spPr>
          <a:xfrm>
            <a:off x="3001822" y="3057232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动作路径</a:t>
            </a:r>
            <a:endParaRPr lang="en-US" altLang="zh-CN" dirty="0"/>
          </a:p>
          <a:p>
            <a:pPr algn="ctr"/>
            <a:r>
              <a:rPr lang="zh-CN" altLang="en-US" dirty="0"/>
              <a:t>（位置改变）</a:t>
            </a:r>
          </a:p>
        </p:txBody>
      </p:sp>
    </p:spTree>
    <p:extLst>
      <p:ext uri="{BB962C8B-B14F-4D97-AF65-F5344CB8AC3E}">
        <p14:creationId xmlns:p14="http://schemas.microsoft.com/office/powerpoint/2010/main" val="189121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1 (Cont’d)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对象从左到右移动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鼠标移动对象时候，路径会跟着移动存在问题，</a:t>
            </a:r>
            <a:r>
              <a:rPr lang="zh-CN" altLang="en-US" sz="2200" b="1" dirty="0"/>
              <a:t>解决方案：</a:t>
            </a:r>
            <a:r>
              <a:rPr lang="en-US" altLang="zh-CN" sz="2200" dirty="0"/>
              <a:t>A)</a:t>
            </a:r>
            <a:r>
              <a:rPr lang="zh-CN" altLang="en-US" sz="2200" dirty="0"/>
              <a:t> 选中对象在效果选项中选择锁定，路径就不会跟着移动，</a:t>
            </a:r>
            <a:r>
              <a:rPr lang="en-US" altLang="zh-CN" sz="2200" dirty="0"/>
              <a:t>B) </a:t>
            </a:r>
            <a:r>
              <a:rPr lang="zh-CN" altLang="en-US" sz="2200" dirty="0"/>
              <a:t>选中对象在效果选项中选择反转路径方向，路径起点变成终点，路径终点变成起点，</a:t>
            </a:r>
            <a:r>
              <a:rPr lang="en-US" altLang="zh-CN" sz="2200" dirty="0"/>
              <a:t>C) </a:t>
            </a:r>
            <a:r>
              <a:rPr lang="zh-CN" altLang="en-US" sz="2200" dirty="0"/>
              <a:t>效果选项右下角箭头选择自动翻转，动画会原路返回，时间自然翻倍，如下：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84694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46DBF-0797-461D-97CA-A3FCFC61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41C5E-0A8E-4A40-A357-31CE4B9F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2F0F82F1-03BE-48A1-932E-6F9791E7CC5F}"/>
              </a:ext>
            </a:extLst>
          </p:cNvPr>
          <p:cNvSpPr/>
          <p:nvPr/>
        </p:nvSpPr>
        <p:spPr>
          <a:xfrm>
            <a:off x="3001822" y="3057232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动作路径</a:t>
            </a:r>
            <a:endParaRPr lang="en-US" altLang="zh-CN" dirty="0"/>
          </a:p>
          <a:p>
            <a:pPr algn="ctr"/>
            <a:r>
              <a:rPr lang="zh-CN" altLang="en-US" dirty="0"/>
              <a:t>（位置改变）</a:t>
            </a:r>
          </a:p>
        </p:txBody>
      </p:sp>
    </p:spTree>
    <p:extLst>
      <p:ext uri="{BB962C8B-B14F-4D97-AF65-F5344CB8AC3E}">
        <p14:creationId xmlns:p14="http://schemas.microsoft.com/office/powerpoint/2010/main" val="283220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0.25 7.40741E-7 E" pathEditMode="fixed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2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陀螺旋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对象无法旋转强调存在问题，</a:t>
            </a:r>
            <a:r>
              <a:rPr lang="zh-CN" altLang="en-US" sz="2200" b="1" dirty="0"/>
              <a:t>解决方案：</a:t>
            </a:r>
            <a:r>
              <a:rPr lang="en-US" altLang="zh-CN" sz="2200" dirty="0"/>
              <a:t>A)</a:t>
            </a:r>
            <a:r>
              <a:rPr lang="zh-CN" altLang="en-US" sz="2200" dirty="0"/>
              <a:t> 选中对象在强调中选用陀螺旋，</a:t>
            </a:r>
            <a:r>
              <a:rPr lang="en-US" altLang="zh-CN" sz="2200" dirty="0"/>
              <a:t>B) </a:t>
            </a:r>
            <a:r>
              <a:rPr lang="zh-CN" altLang="en-US" sz="2200" dirty="0"/>
              <a:t>效果选项右下角箭头输入旋转角度</a:t>
            </a:r>
            <a:r>
              <a:rPr lang="en-US" altLang="zh-CN" sz="2200" dirty="0"/>
              <a:t>60</a:t>
            </a:r>
            <a:r>
              <a:rPr lang="zh-CN" altLang="en-US" sz="2200" dirty="0"/>
              <a:t>度，且自动翻转，如下：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56259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5E4C5-17D9-4BA9-8ABE-D4CEDFE2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7F7864-711D-4EDD-A384-CAE82BE46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对角圆角 3">
            <a:extLst>
              <a:ext uri="{FF2B5EF4-FFF2-40B4-BE49-F238E27FC236}">
                <a16:creationId xmlns:a16="http://schemas.microsoft.com/office/drawing/2014/main" id="{32003A62-FDD7-4B07-8E7C-55EA047FA0E6}"/>
              </a:ext>
            </a:extLst>
          </p:cNvPr>
          <p:cNvSpPr/>
          <p:nvPr/>
        </p:nvSpPr>
        <p:spPr>
          <a:xfrm>
            <a:off x="5233557" y="1985817"/>
            <a:ext cx="1884218" cy="4045527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陀螺旋</a:t>
            </a:r>
            <a:endParaRPr lang="en-US" altLang="zh-CN" dirty="0"/>
          </a:p>
          <a:p>
            <a:pPr algn="ctr"/>
            <a:r>
              <a:rPr lang="zh-CN" altLang="en-US" dirty="0"/>
              <a:t>（角度改变）</a:t>
            </a:r>
          </a:p>
        </p:txBody>
      </p:sp>
    </p:spTree>
    <p:extLst>
      <p:ext uri="{BB962C8B-B14F-4D97-AF65-F5344CB8AC3E}">
        <p14:creationId xmlns:p14="http://schemas.microsoft.com/office/powerpoint/2010/main" val="201851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3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放大缩小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对象无法放大缩小存在问题，</a:t>
            </a:r>
            <a:r>
              <a:rPr lang="zh-CN" altLang="en-US" sz="2200" b="1" dirty="0"/>
              <a:t>解决方案：</a:t>
            </a:r>
            <a:r>
              <a:rPr lang="en-US" altLang="zh-CN" sz="2200" dirty="0"/>
              <a:t>A)</a:t>
            </a:r>
            <a:r>
              <a:rPr lang="zh-CN" altLang="en-US" sz="2200" dirty="0"/>
              <a:t> 选中对象在强调中选用放大缩小，</a:t>
            </a:r>
            <a:r>
              <a:rPr lang="en-US" altLang="zh-CN" sz="2200" dirty="0"/>
              <a:t>B) </a:t>
            </a:r>
            <a:r>
              <a:rPr lang="zh-CN" altLang="en-US" sz="2200" dirty="0"/>
              <a:t>效果选项右下角箭头输入放大缩小尺寸</a:t>
            </a:r>
            <a:r>
              <a:rPr lang="en-US" altLang="zh-CN" sz="2200" dirty="0"/>
              <a:t>200</a:t>
            </a:r>
            <a:r>
              <a:rPr lang="zh-CN" altLang="en-US" sz="2200" dirty="0"/>
              <a:t>，且自动翻转，如下：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18885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F6DC9-CF0E-488D-9BF9-1AB1FD64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EDE2E-6144-4CFA-AE64-75219A7B7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对角圆角 3">
            <a:extLst>
              <a:ext uri="{FF2B5EF4-FFF2-40B4-BE49-F238E27FC236}">
                <a16:creationId xmlns:a16="http://schemas.microsoft.com/office/drawing/2014/main" id="{9829E989-7C84-43A0-A122-CC855E71A28B}"/>
              </a:ext>
            </a:extLst>
          </p:cNvPr>
          <p:cNvSpPr/>
          <p:nvPr/>
        </p:nvSpPr>
        <p:spPr>
          <a:xfrm>
            <a:off x="4882575" y="2994530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放大缩小</a:t>
            </a:r>
            <a:endParaRPr lang="en-US" altLang="zh-CN" dirty="0"/>
          </a:p>
          <a:p>
            <a:pPr algn="ctr"/>
            <a:r>
              <a:rPr lang="zh-CN" altLang="en-US" dirty="0"/>
              <a:t>（大小改变）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460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C2D13-5BB3-4EBC-9C2A-D3D602CA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2. </a:t>
            </a:r>
            <a:r>
              <a:rPr lang="zh-CN" altLang="en-US" dirty="0"/>
              <a:t>平滑效果的设置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9A055-FBA5-4A37-BFCF-097E3409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0E7E4D-CBBC-4DDA-93F2-2AF5F1A6DEE1}"/>
              </a:ext>
            </a:extLst>
          </p:cNvPr>
          <p:cNvSpPr/>
          <p:nvPr/>
        </p:nvSpPr>
        <p:spPr>
          <a:xfrm>
            <a:off x="942109" y="2488190"/>
            <a:ext cx="1366982" cy="602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无平滑</a:t>
            </a:r>
            <a:endParaRPr lang="en-US" altLang="zh-CN" dirty="0"/>
          </a:p>
          <a:p>
            <a:pPr algn="ctr"/>
            <a:r>
              <a:rPr lang="zh-CN" altLang="en-US" dirty="0"/>
              <a:t>（匀速）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7E8EA1-E3FE-42C8-B35F-25F1EEF5105A}"/>
              </a:ext>
            </a:extLst>
          </p:cNvPr>
          <p:cNvSpPr/>
          <p:nvPr/>
        </p:nvSpPr>
        <p:spPr>
          <a:xfrm>
            <a:off x="942108" y="3316576"/>
            <a:ext cx="1366983" cy="602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平滑开始（加速开始）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2362AA-B4E7-42CC-AA57-A1F106B2D458}"/>
              </a:ext>
            </a:extLst>
          </p:cNvPr>
          <p:cNvSpPr/>
          <p:nvPr/>
        </p:nvSpPr>
        <p:spPr>
          <a:xfrm>
            <a:off x="942107" y="4123603"/>
            <a:ext cx="1366982" cy="602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平滑结束（加速结束）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B811DB-13EE-4498-9AE3-69F8FA8B7C69}"/>
              </a:ext>
            </a:extLst>
          </p:cNvPr>
          <p:cNvSpPr/>
          <p:nvPr/>
        </p:nvSpPr>
        <p:spPr>
          <a:xfrm>
            <a:off x="942107" y="4951989"/>
            <a:ext cx="1366982" cy="1224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弹跳结束</a:t>
            </a:r>
            <a:endParaRPr lang="en-US" altLang="zh-CN" dirty="0"/>
          </a:p>
          <a:p>
            <a:pPr algn="ctr"/>
            <a:r>
              <a:rPr lang="zh-CN" altLang="en-US" dirty="0"/>
              <a:t>（弹跳结束，有一秒钟作弹跳效果）</a:t>
            </a:r>
          </a:p>
        </p:txBody>
      </p:sp>
    </p:spTree>
    <p:extLst>
      <p:ext uri="{BB962C8B-B14F-4D97-AF65-F5344CB8AC3E}">
        <p14:creationId xmlns:p14="http://schemas.microsoft.com/office/powerpoint/2010/main" val="3327964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96296E-6 L 0.74089 0.00417 " pathEditMode="relative" rAng="0" ptsTypes="AA">
                                          <p:cBhvr>
                                            <p:cTn id="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44" y="208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accel="9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0.74167 -0.00232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83" y="-11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63" presetClass="path" presetSubtype="0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74323 0.00532 " pathEditMode="relative" rAng="0" ptsTypes="AA">
                                          <p:cBhvr>
                                            <p:cTn id="1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161" y="25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63" presetClass="path" presetSubtype="0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59259E-6 L 0.74167 0.00047 " pathEditMode="relative" rAng="0" ptsTypes="AA" p14:bounceEnd="50000">
                                          <p:cBhvr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83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96296E-6 L 0.74089 0.00417 " pathEditMode="relative" rAng="0" ptsTypes="AA">
                                          <p:cBhvr>
                                            <p:cTn id="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44" y="208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accel="9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3.7037E-6 L 0.74167 -0.00232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83" y="-11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63" presetClass="path" presetSubtype="0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1.11111E-6 L 0.74323 0.00532 " pathEditMode="relative" rAng="0" ptsTypes="AA">
                                          <p:cBhvr>
                                            <p:cTn id="1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161" y="25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63" presetClass="pat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2.59259E-6 L 0.74167 0.00047 " pathEditMode="relative" rAng="0" ptsTypes="AA">
                                          <p:cBhvr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083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26E2AC48-A593-46C6-AF61-8997E0FA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1093"/>
          </a:xfrm>
        </p:spPr>
        <p:txBody>
          <a:bodyPr>
            <a:normAutofit/>
          </a:bodyPr>
          <a:lstStyle/>
          <a:p>
            <a:r>
              <a:rPr lang="en-US" altLang="zh-CN" sz="2200" b="1" u="sng" dirty="0"/>
              <a:t>Sample 4</a:t>
            </a:r>
            <a:r>
              <a:rPr lang="en-US" altLang="zh-CN" sz="2200" b="1" dirty="0"/>
              <a:t>: 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dirty="0"/>
              <a:t>1. </a:t>
            </a:r>
            <a:r>
              <a:rPr lang="zh-CN" altLang="en-US" sz="2200" b="1" dirty="0"/>
              <a:t>目标：</a:t>
            </a:r>
            <a:r>
              <a:rPr lang="zh-CN" altLang="en-US" sz="2200" dirty="0"/>
              <a:t>球体坠落</a:t>
            </a:r>
            <a:br>
              <a:rPr lang="en-US" altLang="zh-CN" sz="2200" dirty="0"/>
            </a:br>
            <a:r>
              <a:rPr lang="en-US" altLang="zh-CN" sz="2200" dirty="0"/>
              <a:t>2. </a:t>
            </a:r>
            <a:r>
              <a:rPr lang="zh-CN" altLang="en-US" sz="2200" dirty="0"/>
              <a:t>球体坠落无弹跳存在问题，</a:t>
            </a:r>
            <a:r>
              <a:rPr lang="zh-CN" altLang="en-US" sz="2200" b="1" dirty="0"/>
              <a:t>解决方案：</a:t>
            </a:r>
            <a:r>
              <a:rPr lang="en-US" altLang="zh-CN" sz="2200" dirty="0"/>
              <a:t>A)</a:t>
            </a:r>
            <a:r>
              <a:rPr lang="zh-CN" altLang="en-US" sz="2200" dirty="0"/>
              <a:t> 选中对象在强调中选用放大缩小，</a:t>
            </a:r>
            <a:r>
              <a:rPr lang="en-US" altLang="zh-CN" sz="2200" dirty="0"/>
              <a:t>B) </a:t>
            </a:r>
            <a:r>
              <a:rPr lang="zh-CN" altLang="en-US" sz="2200" dirty="0"/>
              <a:t>效果选项右下角箭头输入放大缩小尺寸</a:t>
            </a:r>
            <a:r>
              <a:rPr lang="en-US" altLang="zh-CN" sz="2200" dirty="0"/>
              <a:t>200</a:t>
            </a:r>
            <a:r>
              <a:rPr lang="zh-CN" altLang="en-US" sz="2200" dirty="0"/>
              <a:t>，且自动翻转，如下：</a:t>
            </a:r>
            <a:r>
              <a:rPr lang="en-US" altLang="zh-CN" sz="2200" dirty="0"/>
              <a:t> </a:t>
            </a:r>
            <a:br>
              <a:rPr lang="en-US" altLang="zh-CN" sz="2200" dirty="0"/>
            </a:b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09268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64980-B5C1-4DDF-921E-01756B4D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D2026-1B29-48A3-99B0-48C73B5C4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BCC63270-4788-4895-8216-FF1CF710B541}"/>
              </a:ext>
            </a:extLst>
          </p:cNvPr>
          <p:cNvSpPr/>
          <p:nvPr/>
        </p:nvSpPr>
        <p:spPr>
          <a:xfrm>
            <a:off x="5357091" y="1985818"/>
            <a:ext cx="738909" cy="6188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球体</a:t>
            </a:r>
          </a:p>
        </p:txBody>
      </p:sp>
    </p:spTree>
    <p:extLst>
      <p:ext uri="{BB962C8B-B14F-4D97-AF65-F5344CB8AC3E}">
        <p14:creationId xmlns:p14="http://schemas.microsoft.com/office/powerpoint/2010/main" val="1337977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fill="hold" grpId="0" nodeType="clickEffect" p14:presetBounceEnd="52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22222E-6 L -0.00521 0.51922 " pathEditMode="relative" rAng="0" ptsTypes="AA" p14:bounceEnd="52000">
                                          <p:cBhvr>
                                            <p:cTn id="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" y="2594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22222E-6 L -0.00521 0.51922 " pathEditMode="relative" rAng="0" ptsTypes="AA">
                                          <p:cBhvr>
                                            <p:cTn id="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" y="2594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429</Words>
  <Application>Microsoft Office PowerPoint</Application>
  <PresentationFormat>宽屏</PresentationFormat>
  <Paragraphs>33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华丽MG效果</vt:lpstr>
      <vt:lpstr>1. 常用的基础动画</vt:lpstr>
      <vt:lpstr>Sample 1:   1. 目标：对象从左到右移动 2. 对象无法移动存在问题，解决方案：A) 选中对象在动作路径中用直线，B) 效果选项中选择右，如下：  </vt:lpstr>
      <vt:lpstr>PowerPoint 演示文稿</vt:lpstr>
      <vt:lpstr>Sample 1 (Cont’d):   1. 目标：对象从左到右移动 2. 鼠标移动对象时候，路径会跟着移动存在问题，解决方案：A) 选中对象在效果选项中选择锁定，路径就不会跟着移动，B) 选中对象在效果选项中选择反转路径方向，路径起点变成终点，路径终点变成起点，C) 效果选项右下角箭头选择自动翻转，动画会原路返回，时间自然翻倍，如下：  </vt:lpstr>
      <vt:lpstr>PowerPoint 演示文稿</vt:lpstr>
      <vt:lpstr>Sample 2:   1. 目标：陀螺旋 2. 对象无法旋转强调存在问题，解决方案：A) 选中对象在强调中选用陀螺旋，B) 效果选项右下角箭头输入旋转角度60度，且自动翻转，如下：  </vt:lpstr>
      <vt:lpstr>PowerPoint 演示文稿</vt:lpstr>
      <vt:lpstr>Sample 3:   1. 目标：放大缩小 2. 对象无法放大缩小存在问题，解决方案：A) 选中对象在强调中选用放大缩小，B) 效果选项右下角箭头输入放大缩小尺寸200，且自动翻转，如下：  </vt:lpstr>
      <vt:lpstr>PowerPoint 演示文稿</vt:lpstr>
      <vt:lpstr> 2. 平滑效果的设置 </vt:lpstr>
      <vt:lpstr>Sample 4:   1. 目标：球体坠落 2. 球体坠落无弹跳存在问题，解决方案：A) 选中对象在强调中选用放大缩小，B) 效果选项右下角箭头输入放大缩小尺寸200，且自动翻转，如下： 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Canhui Wang</dc:creator>
  <cp:lastModifiedBy>Canhui Wang</cp:lastModifiedBy>
  <cp:revision>43</cp:revision>
  <dcterms:created xsi:type="dcterms:W3CDTF">2026-05-29T00:35:31Z</dcterms:created>
  <dcterms:modified xsi:type="dcterms:W3CDTF">2026-05-30T10:21:50Z</dcterms:modified>
</cp:coreProperties>
</file>
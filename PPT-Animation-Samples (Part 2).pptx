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57" r:id="rId3"/>
    <p:sldId id="280" r:id="rId4"/>
    <p:sldId id="282" r:id="rId5"/>
    <p:sldId id="283" r:id="rId6"/>
    <p:sldId id="284" r:id="rId7"/>
    <p:sldId id="285" r:id="rId8"/>
    <p:sldId id="278" r:id="rId9"/>
    <p:sldId id="279" r:id="rId1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75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093DFA3-BBDD-4189-8256-30F5310190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5FD678B-62D2-4286-B7FA-F4196EA748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A304E5A-2344-47C2-A453-C6D2392109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670C4B7-5384-4F7C-8500-4C04038A14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723F91F-6DE0-4EED-8C26-633027A5A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681917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FC8875D-39C3-4165-AF44-961C6FAAE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6E3312A-B96B-4CBB-8A7E-A0F6FA657C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E1D2C48-AEEB-490A-A763-A8F8EB027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28029F6-47B9-48BA-A6F0-C0E2FBC7C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1F23BED-0050-4302-9CD1-B11CF5666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946856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5C7AF48-06AB-46EA-B2BE-33F130056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5558F2A-400C-40AC-A71A-EEFDCA732D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3A554A5-9556-4573-9520-8170393CE2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A18BB2A-FFCC-4AE4-A53D-74E16F4717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BA27639-CF36-48B3-9BD5-02EE36DAE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21313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71B7D09-A428-473D-9681-8D70FE3F7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966C58A-1DC6-49D6-A3FE-0AB74CB8FC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96C9F3B-41E8-4D4E-99CF-A758C3EDE1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975B9D3-41E0-4DF6-9181-9331348B2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BA8D371-4F16-4876-A878-C8B10DE551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F79226F-0179-4FCC-849F-3B46E0103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14370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925F70A-A61A-4C1E-813A-9BE0DA416C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47105B8-3515-447C-8242-E65D376629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68D46EC-3D7B-4047-9458-493BD7FCA1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2DCB814-9B42-4DF9-95DC-3E8662C6C5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97968D4-9C2B-4E29-A85E-D9E49B1F23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CD9F54DF-5912-4B8C-9DE3-FB7E22B084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2026/5/30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33CDB96-3F10-4B01-9BFC-1732B0D8EA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768FB56-E05D-4E30-9CBA-FEE59A19D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40723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662E468-C083-45D2-AE22-FE54E10175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7412E6A1-8AC9-46E9-A7BC-2D2447C22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C22EEA4-C9B3-443E-9ED5-5604DBD9D4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6467A86-5812-4B56-8B1E-B71420092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1938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BC7E40C-A7C0-48DD-9FAC-DEE7102CF5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2026/5/30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4B5E6B2-E9B9-4DAE-8E31-CF5E6A69D7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8F07FD1-84D4-454C-8EB5-3E217F9A3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02162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F70992A-3E59-4898-A3FC-42216AB06A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1B9FC22-E2B9-4F1F-9E4E-95CD17340D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39ACD0C-6392-4178-BE96-DB5540F1F5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297B7B4-EE74-491A-A0F0-E286C52A6A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BBA0500-0003-4977-84E9-A62C3EF3B2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2A5B315-D0A4-40A4-ACB0-63769F8C88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318100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45CDA62-004F-417C-8F77-A9962E334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6E9E2263-75F2-46AD-B313-E046DD9CA74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B5E6C5A-DC7A-4CFB-AC41-D4E26BC137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2B9CFD4-3CCE-494E-B143-FA11B8ABD9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677FA0E-C471-4C87-8D19-6C5D6D463D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1718433-E461-4164-BA5A-CECED344E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4802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789EAE-918E-49DD-A0D8-116D99C28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BC9FEF5-CCBF-48A9-9D79-CEAE87BC81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7263059-3C99-44D5-834B-AE5C5D0C1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38B5C9F-AACA-4121-ADB2-6768E80EF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550DF41-0F37-48B6-823B-95A10E85F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19308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5D33B976-D6DC-4764-8EA5-C1955ED58B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13BF09B-6FE5-4130-A7A1-5AF592596A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91C6D2A-70EC-4055-86D4-9A648CB3D7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A4A8373-CB81-49CF-B823-EF045E475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99CD6DB-7686-4460-9B2C-324383E0D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917229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0AC2033-8256-49AF-AB04-6013D98794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5409BA6-8A03-42F3-B633-96D984844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0203DD2-AE08-4A9C-A5C1-35BDF2F56B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2B7589-6A85-43F1-96BB-1A2EC93AE491}" type="datetimeFigureOut">
              <a:rPr lang="zh-CN" altLang="en-US" smtClean="0"/>
              <a:t>2026/5/30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61B5628-18D7-4438-BD07-CC6BC5CDF5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AE1DA91-DC61-4444-82EA-9261DF4449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024343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66F3CC-E0A3-443F-8537-C870D90EA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华丽</a:t>
            </a:r>
            <a:r>
              <a:rPr lang="en-US" altLang="zh-CN" dirty="0"/>
              <a:t>MG</a:t>
            </a:r>
            <a:r>
              <a:rPr lang="zh-CN" altLang="en-US" dirty="0"/>
              <a:t>效果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44CDF52E-FF6F-4CC3-91D4-1259DF138C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常用的基础动画</a:t>
            </a:r>
            <a:endParaRPr lang="en-US" altLang="zh-CN" dirty="0"/>
          </a:p>
          <a:p>
            <a:r>
              <a:rPr lang="en-US" altLang="zh-CN" dirty="0"/>
              <a:t>2. </a:t>
            </a:r>
            <a:r>
              <a:rPr lang="zh-CN" altLang="en-US" dirty="0"/>
              <a:t>平滑效果的设置</a:t>
            </a:r>
            <a:endParaRPr lang="en-US" altLang="zh-CN" dirty="0"/>
          </a:p>
          <a:p>
            <a:r>
              <a:rPr lang="en-US" altLang="zh-CN" dirty="0"/>
              <a:t>3. </a:t>
            </a:r>
            <a:r>
              <a:rPr lang="zh-CN" altLang="en-US" dirty="0"/>
              <a:t>制作</a:t>
            </a:r>
            <a:r>
              <a:rPr lang="en-US" altLang="zh-CN" dirty="0"/>
              <a:t>MG</a:t>
            </a:r>
            <a:r>
              <a:rPr lang="zh-CN" altLang="en-US" dirty="0"/>
              <a:t>修饰元素</a:t>
            </a:r>
            <a:endParaRPr lang="en-US" altLang="zh-CN" dirty="0"/>
          </a:p>
          <a:p>
            <a:r>
              <a:rPr lang="en-US" altLang="zh-CN" dirty="0"/>
              <a:t>4. </a:t>
            </a:r>
            <a:r>
              <a:rPr lang="zh-CN" altLang="en-US" dirty="0"/>
              <a:t>做一个华丽</a:t>
            </a:r>
            <a:r>
              <a:rPr lang="en-US" altLang="zh-CN" dirty="0"/>
              <a:t>MG</a:t>
            </a:r>
            <a:r>
              <a:rPr lang="zh-CN" altLang="en-US" dirty="0"/>
              <a:t>片头</a:t>
            </a:r>
          </a:p>
        </p:txBody>
      </p:sp>
    </p:spTree>
    <p:extLst>
      <p:ext uri="{BB962C8B-B14F-4D97-AF65-F5344CB8AC3E}">
        <p14:creationId xmlns:p14="http://schemas.microsoft.com/office/powerpoint/2010/main" val="30086073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BD2E4C-11EB-4F8B-AB01-E201CF9451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D3849D7-F7E9-4CA5-A75A-0BEEDDE617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矩形: 对角圆角 4">
            <a:extLst>
              <a:ext uri="{FF2B5EF4-FFF2-40B4-BE49-F238E27FC236}">
                <a16:creationId xmlns:a16="http://schemas.microsoft.com/office/drawing/2014/main" id="{B046F394-24B6-4349-A59B-41C123A9FC9C}"/>
              </a:ext>
            </a:extLst>
          </p:cNvPr>
          <p:cNvSpPr/>
          <p:nvPr/>
        </p:nvSpPr>
        <p:spPr>
          <a:xfrm>
            <a:off x="3001822" y="3057232"/>
            <a:ext cx="1884218" cy="1006764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动作路径</a:t>
            </a:r>
            <a:endParaRPr lang="en-US" altLang="zh-CN" dirty="0"/>
          </a:p>
          <a:p>
            <a:pPr algn="ctr"/>
            <a:r>
              <a:rPr lang="zh-CN" altLang="en-US" dirty="0"/>
              <a:t>（位置改变）</a:t>
            </a:r>
          </a:p>
        </p:txBody>
      </p:sp>
      <p:sp>
        <p:nvSpPr>
          <p:cNvPr id="6" name="矩形: 对角圆角 5">
            <a:extLst>
              <a:ext uri="{FF2B5EF4-FFF2-40B4-BE49-F238E27FC236}">
                <a16:creationId xmlns:a16="http://schemas.microsoft.com/office/drawing/2014/main" id="{ADF59E04-9C13-488D-9B3D-033FDB770231}"/>
              </a:ext>
            </a:extLst>
          </p:cNvPr>
          <p:cNvSpPr/>
          <p:nvPr/>
        </p:nvSpPr>
        <p:spPr>
          <a:xfrm>
            <a:off x="5233557" y="3024904"/>
            <a:ext cx="1884218" cy="1006764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陀螺旋</a:t>
            </a:r>
            <a:endParaRPr lang="en-US" altLang="zh-CN" dirty="0"/>
          </a:p>
          <a:p>
            <a:pPr algn="ctr"/>
            <a:r>
              <a:rPr lang="zh-CN" altLang="en-US" dirty="0"/>
              <a:t>（角度改变）</a:t>
            </a:r>
          </a:p>
        </p:txBody>
      </p:sp>
      <p:sp>
        <p:nvSpPr>
          <p:cNvPr id="7" name="矩形: 对角圆角 6">
            <a:extLst>
              <a:ext uri="{FF2B5EF4-FFF2-40B4-BE49-F238E27FC236}">
                <a16:creationId xmlns:a16="http://schemas.microsoft.com/office/drawing/2014/main" id="{7A56EA5D-FA8A-498E-A856-B003B58CB618}"/>
              </a:ext>
            </a:extLst>
          </p:cNvPr>
          <p:cNvSpPr/>
          <p:nvPr/>
        </p:nvSpPr>
        <p:spPr>
          <a:xfrm>
            <a:off x="7477994" y="3024904"/>
            <a:ext cx="1884218" cy="1006764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放大缩小</a:t>
            </a:r>
            <a:endParaRPr lang="en-US" altLang="zh-CN" dirty="0"/>
          </a:p>
          <a:p>
            <a:pPr algn="ctr"/>
            <a:r>
              <a:rPr lang="zh-CN" altLang="en-US" dirty="0"/>
              <a:t>（大小改变）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458053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375E-6 -1.85185E-6 L 0.125 -1.85185E-6 C 0.18099 -1.85185E-6 0.25 0.06898 0.25 0.125 L 0.25 0.25 " pathEditMode="relative" rAng="0" ptsTypes="AAAA">
                                      <p:cBhvr>
                                        <p:cTn id="20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500" y="125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>
            <a:extLst>
              <a:ext uri="{FF2B5EF4-FFF2-40B4-BE49-F238E27FC236}">
                <a16:creationId xmlns:a16="http://schemas.microsoft.com/office/drawing/2014/main" id="{26E2AC48-A593-46C6-AF61-8997E0FA8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91093"/>
          </a:xfrm>
        </p:spPr>
        <p:txBody>
          <a:bodyPr>
            <a:normAutofit/>
          </a:bodyPr>
          <a:lstStyle/>
          <a:p>
            <a:r>
              <a:rPr lang="en-US" altLang="zh-CN" sz="2200" b="1" u="sng" dirty="0"/>
              <a:t>Sample 1</a:t>
            </a:r>
            <a:r>
              <a:rPr lang="en-US" altLang="zh-CN" sz="2200" b="1" dirty="0"/>
              <a:t>: </a:t>
            </a:r>
            <a:br>
              <a:rPr lang="en-US" altLang="zh-CN" sz="2200" dirty="0"/>
            </a:br>
            <a:br>
              <a:rPr lang="en-US" altLang="zh-CN" sz="2200" dirty="0"/>
            </a:br>
            <a:r>
              <a:rPr lang="en-US" altLang="zh-CN" sz="2200" dirty="0"/>
              <a:t>1. </a:t>
            </a:r>
            <a:r>
              <a:rPr lang="zh-CN" altLang="en-US" sz="2200" b="1" dirty="0"/>
              <a:t>目标：</a:t>
            </a:r>
            <a:r>
              <a:rPr lang="zh-CN" altLang="en-US" sz="2200" dirty="0"/>
              <a:t>对象从左到右移动</a:t>
            </a:r>
            <a:br>
              <a:rPr lang="en-US" altLang="zh-CN" sz="2200" dirty="0"/>
            </a:br>
            <a:r>
              <a:rPr lang="en-US" altLang="zh-CN" sz="2200" dirty="0"/>
              <a:t>2. </a:t>
            </a:r>
            <a:r>
              <a:rPr lang="zh-CN" altLang="en-US" sz="2200" dirty="0"/>
              <a:t>对象无法移动存在问题，</a:t>
            </a:r>
            <a:r>
              <a:rPr lang="zh-CN" altLang="en-US" sz="2200" b="1" dirty="0"/>
              <a:t>解决方案：</a:t>
            </a:r>
            <a:r>
              <a:rPr lang="en-US" altLang="zh-CN" sz="2200" dirty="0"/>
              <a:t>A)</a:t>
            </a:r>
            <a:r>
              <a:rPr lang="zh-CN" altLang="en-US" sz="2200" dirty="0"/>
              <a:t> 选中对象在动作路径中用直线，</a:t>
            </a:r>
            <a:r>
              <a:rPr lang="en-US" altLang="zh-CN" sz="2200" dirty="0"/>
              <a:t>B) </a:t>
            </a:r>
            <a:r>
              <a:rPr lang="zh-CN" altLang="en-US" sz="2200" dirty="0"/>
              <a:t>效果选项中选择右，如下：</a:t>
            </a:r>
            <a:r>
              <a:rPr lang="en-US" altLang="zh-CN" sz="2200" dirty="0"/>
              <a:t> </a:t>
            </a:r>
            <a:br>
              <a:rPr lang="en-US" altLang="zh-CN" sz="2200" dirty="0"/>
            </a:br>
            <a:endParaRPr lang="zh-CN" altLang="en-US" sz="2200" dirty="0"/>
          </a:p>
        </p:txBody>
      </p:sp>
    </p:spTree>
    <p:extLst>
      <p:ext uri="{BB962C8B-B14F-4D97-AF65-F5344CB8AC3E}">
        <p14:creationId xmlns:p14="http://schemas.microsoft.com/office/powerpoint/2010/main" val="33914472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B46DBF-0797-461D-97CA-A3FCFC61B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BD41C5E-0A8E-4A40-A357-31CE4B9F0A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矩形: 对角圆角 4">
            <a:extLst>
              <a:ext uri="{FF2B5EF4-FFF2-40B4-BE49-F238E27FC236}">
                <a16:creationId xmlns:a16="http://schemas.microsoft.com/office/drawing/2014/main" id="{2F0F82F1-03BE-48A1-932E-6F9791E7CC5F}"/>
              </a:ext>
            </a:extLst>
          </p:cNvPr>
          <p:cNvSpPr/>
          <p:nvPr/>
        </p:nvSpPr>
        <p:spPr>
          <a:xfrm>
            <a:off x="3001822" y="3057232"/>
            <a:ext cx="1884218" cy="1006764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动作路径</a:t>
            </a:r>
            <a:endParaRPr lang="en-US" altLang="zh-CN" dirty="0"/>
          </a:p>
          <a:p>
            <a:pPr algn="ctr"/>
            <a:r>
              <a:rPr lang="zh-CN" altLang="en-US" dirty="0"/>
              <a:t>（位置改变）</a:t>
            </a:r>
          </a:p>
        </p:txBody>
      </p:sp>
    </p:spTree>
    <p:extLst>
      <p:ext uri="{BB962C8B-B14F-4D97-AF65-F5344CB8AC3E}">
        <p14:creationId xmlns:p14="http://schemas.microsoft.com/office/powerpoint/2010/main" val="18912140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25 0 E" pathEditMode="relative" ptsTypes="">
                                      <p:cBhvr>
                                        <p:cTn id="6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>
            <a:extLst>
              <a:ext uri="{FF2B5EF4-FFF2-40B4-BE49-F238E27FC236}">
                <a16:creationId xmlns:a16="http://schemas.microsoft.com/office/drawing/2014/main" id="{26E2AC48-A593-46C6-AF61-8997E0FA8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91093"/>
          </a:xfrm>
        </p:spPr>
        <p:txBody>
          <a:bodyPr>
            <a:normAutofit/>
          </a:bodyPr>
          <a:lstStyle/>
          <a:p>
            <a:r>
              <a:rPr lang="en-US" altLang="zh-CN" sz="2200" b="1" u="sng" dirty="0"/>
              <a:t>Sample 1 (Cont’d)</a:t>
            </a:r>
            <a:r>
              <a:rPr lang="en-US" altLang="zh-CN" sz="2200" b="1" dirty="0"/>
              <a:t>: </a:t>
            </a:r>
            <a:br>
              <a:rPr lang="en-US" altLang="zh-CN" sz="2200" dirty="0"/>
            </a:br>
            <a:br>
              <a:rPr lang="en-US" altLang="zh-CN" sz="2200" dirty="0"/>
            </a:br>
            <a:r>
              <a:rPr lang="en-US" altLang="zh-CN" sz="2200" dirty="0"/>
              <a:t>1. </a:t>
            </a:r>
            <a:r>
              <a:rPr lang="zh-CN" altLang="en-US" sz="2200" b="1" dirty="0"/>
              <a:t>目标：</a:t>
            </a:r>
            <a:r>
              <a:rPr lang="zh-CN" altLang="en-US" sz="2200" dirty="0"/>
              <a:t>对象从左到右移动</a:t>
            </a:r>
            <a:br>
              <a:rPr lang="en-US" altLang="zh-CN" sz="2200" dirty="0"/>
            </a:br>
            <a:r>
              <a:rPr lang="en-US" altLang="zh-CN" sz="2200" dirty="0"/>
              <a:t>2. </a:t>
            </a:r>
            <a:r>
              <a:rPr lang="zh-CN" altLang="en-US" sz="2200" dirty="0"/>
              <a:t>鼠标移动对象时候，路径会跟着移动存在问题，</a:t>
            </a:r>
            <a:r>
              <a:rPr lang="zh-CN" altLang="en-US" sz="2200" b="1" dirty="0"/>
              <a:t>解决方案：</a:t>
            </a:r>
            <a:r>
              <a:rPr lang="en-US" altLang="zh-CN" sz="2200" dirty="0"/>
              <a:t>A)</a:t>
            </a:r>
            <a:r>
              <a:rPr lang="zh-CN" altLang="en-US" sz="2200" dirty="0"/>
              <a:t> 选中对象在效果选项中选择锁定，路径就不会跟着移动，</a:t>
            </a:r>
            <a:r>
              <a:rPr lang="en-US" altLang="zh-CN" sz="2200" dirty="0"/>
              <a:t>B) </a:t>
            </a:r>
            <a:r>
              <a:rPr lang="zh-CN" altLang="en-US" sz="2200" dirty="0"/>
              <a:t>选中对象在效果选项中选择反转路径方向，路径起点变成终点，路径终点变成起点，</a:t>
            </a:r>
            <a:r>
              <a:rPr lang="en-US" altLang="zh-CN" sz="2200" dirty="0"/>
              <a:t>C) </a:t>
            </a:r>
            <a:r>
              <a:rPr lang="zh-CN" altLang="en-US" sz="2200" dirty="0"/>
              <a:t>效果选项右下角箭头选择自动翻转，动画会原路返回，时间自然翻倍，如下：</a:t>
            </a:r>
            <a:r>
              <a:rPr lang="en-US" altLang="zh-CN" sz="2200" dirty="0"/>
              <a:t> </a:t>
            </a:r>
            <a:br>
              <a:rPr lang="en-US" altLang="zh-CN" sz="2200" dirty="0"/>
            </a:br>
            <a:endParaRPr lang="zh-CN" altLang="en-US" sz="2200" dirty="0"/>
          </a:p>
        </p:txBody>
      </p:sp>
    </p:spTree>
    <p:extLst>
      <p:ext uri="{BB962C8B-B14F-4D97-AF65-F5344CB8AC3E}">
        <p14:creationId xmlns:p14="http://schemas.microsoft.com/office/powerpoint/2010/main" val="38469474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B46DBF-0797-461D-97CA-A3FCFC61B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BD41C5E-0A8E-4A40-A357-31CE4B9F0A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矩形: 对角圆角 4">
            <a:extLst>
              <a:ext uri="{FF2B5EF4-FFF2-40B4-BE49-F238E27FC236}">
                <a16:creationId xmlns:a16="http://schemas.microsoft.com/office/drawing/2014/main" id="{2F0F82F1-03BE-48A1-932E-6F9791E7CC5F}"/>
              </a:ext>
            </a:extLst>
          </p:cNvPr>
          <p:cNvSpPr/>
          <p:nvPr/>
        </p:nvSpPr>
        <p:spPr>
          <a:xfrm>
            <a:off x="3001822" y="3057232"/>
            <a:ext cx="1884218" cy="1006764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动作路径</a:t>
            </a:r>
            <a:endParaRPr lang="en-US" altLang="zh-CN" dirty="0"/>
          </a:p>
          <a:p>
            <a:pPr algn="ctr"/>
            <a:r>
              <a:rPr lang="zh-CN" altLang="en-US" dirty="0"/>
              <a:t>（位置改变）</a:t>
            </a:r>
          </a:p>
        </p:txBody>
      </p:sp>
    </p:spTree>
    <p:extLst>
      <p:ext uri="{BB962C8B-B14F-4D97-AF65-F5344CB8AC3E}">
        <p14:creationId xmlns:p14="http://schemas.microsoft.com/office/powerpoint/2010/main" val="28322080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accel="50000" decel="50000" autoRev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7.40741E-7 L 0.25 7.40741E-7 E" pathEditMode="fixed" ptsTypes="">
                                      <p:cBhvr>
                                        <p:cTn id="6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>
            <a:extLst>
              <a:ext uri="{FF2B5EF4-FFF2-40B4-BE49-F238E27FC236}">
                <a16:creationId xmlns:a16="http://schemas.microsoft.com/office/drawing/2014/main" id="{26E2AC48-A593-46C6-AF61-8997E0FA8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91093"/>
          </a:xfrm>
        </p:spPr>
        <p:txBody>
          <a:bodyPr>
            <a:normAutofit/>
          </a:bodyPr>
          <a:lstStyle/>
          <a:p>
            <a:r>
              <a:rPr lang="en-US" altLang="zh-CN" sz="2200" b="1" u="sng" dirty="0"/>
              <a:t>Sample 2</a:t>
            </a:r>
            <a:r>
              <a:rPr lang="en-US" altLang="zh-CN" sz="2200" b="1" dirty="0"/>
              <a:t>: </a:t>
            </a:r>
            <a:br>
              <a:rPr lang="en-US" altLang="zh-CN" sz="2200" dirty="0"/>
            </a:br>
            <a:br>
              <a:rPr lang="en-US" altLang="zh-CN" sz="2200" dirty="0"/>
            </a:br>
            <a:r>
              <a:rPr lang="en-US" altLang="zh-CN" sz="2200" dirty="0"/>
              <a:t>1. </a:t>
            </a:r>
            <a:r>
              <a:rPr lang="zh-CN" altLang="en-US" sz="2200" b="1" dirty="0"/>
              <a:t>目标：</a:t>
            </a:r>
            <a:r>
              <a:rPr lang="zh-CN" altLang="en-US" sz="2200" dirty="0"/>
              <a:t>陀螺旋</a:t>
            </a:r>
            <a:br>
              <a:rPr lang="en-US" altLang="zh-CN" sz="2200" dirty="0"/>
            </a:br>
            <a:r>
              <a:rPr lang="en-US" altLang="zh-CN" sz="2200" dirty="0"/>
              <a:t>2. </a:t>
            </a:r>
            <a:r>
              <a:rPr lang="zh-CN" altLang="en-US" sz="2200" dirty="0"/>
              <a:t>对象无法旋转强调存在问题，</a:t>
            </a:r>
            <a:r>
              <a:rPr lang="zh-CN" altLang="en-US" sz="2200" b="1" dirty="0"/>
              <a:t>解决方案：</a:t>
            </a:r>
            <a:r>
              <a:rPr lang="en-US" altLang="zh-CN" sz="2200" dirty="0"/>
              <a:t>A)</a:t>
            </a:r>
            <a:r>
              <a:rPr lang="zh-CN" altLang="en-US" sz="2200" dirty="0"/>
              <a:t> 选中对象在强调中选用陀螺旋，</a:t>
            </a:r>
            <a:r>
              <a:rPr lang="en-US" altLang="zh-CN" sz="2200" dirty="0"/>
              <a:t>B) </a:t>
            </a:r>
            <a:r>
              <a:rPr lang="zh-CN" altLang="en-US" sz="2200" dirty="0"/>
              <a:t>效果选项右下角箭头输入旋转角度</a:t>
            </a:r>
            <a:r>
              <a:rPr lang="en-US" altLang="zh-CN" sz="2200" dirty="0"/>
              <a:t>60</a:t>
            </a:r>
            <a:r>
              <a:rPr lang="zh-CN" altLang="en-US" sz="2200" dirty="0"/>
              <a:t>度，且自动翻转，如下：</a:t>
            </a:r>
            <a:r>
              <a:rPr lang="en-US" altLang="zh-CN" sz="2200" dirty="0"/>
              <a:t> </a:t>
            </a:r>
            <a:br>
              <a:rPr lang="en-US" altLang="zh-CN" sz="2200" dirty="0"/>
            </a:br>
            <a:endParaRPr lang="zh-CN" altLang="en-US" sz="2200" dirty="0"/>
          </a:p>
        </p:txBody>
      </p:sp>
    </p:spTree>
    <p:extLst>
      <p:ext uri="{BB962C8B-B14F-4D97-AF65-F5344CB8AC3E}">
        <p14:creationId xmlns:p14="http://schemas.microsoft.com/office/powerpoint/2010/main" val="5625984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45E4C5-17D9-4BA9-8ABE-D4CEDFE24E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47F7864-711D-4EDD-A384-CAE82BE464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矩形: 对角圆角 3">
            <a:extLst>
              <a:ext uri="{FF2B5EF4-FFF2-40B4-BE49-F238E27FC236}">
                <a16:creationId xmlns:a16="http://schemas.microsoft.com/office/drawing/2014/main" id="{32003A62-FDD7-4B07-8E7C-55EA047FA0E6}"/>
              </a:ext>
            </a:extLst>
          </p:cNvPr>
          <p:cNvSpPr/>
          <p:nvPr/>
        </p:nvSpPr>
        <p:spPr>
          <a:xfrm>
            <a:off x="5233557" y="1985817"/>
            <a:ext cx="1884218" cy="4045527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陀螺旋</a:t>
            </a:r>
            <a:endParaRPr lang="en-US" altLang="zh-CN" dirty="0"/>
          </a:p>
          <a:p>
            <a:pPr algn="ctr"/>
            <a:r>
              <a:rPr lang="zh-CN" altLang="en-US" dirty="0"/>
              <a:t>（角度改变）</a:t>
            </a:r>
          </a:p>
        </p:txBody>
      </p:sp>
    </p:spTree>
    <p:extLst>
      <p:ext uri="{BB962C8B-B14F-4D97-AF65-F5344CB8AC3E}">
        <p14:creationId xmlns:p14="http://schemas.microsoft.com/office/powerpoint/2010/main" val="20185140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autoRev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3600000">
                                      <p:cBhvr>
                                        <p:cTn id="6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65C2D13-5BB3-4EBC-9C2A-D3D602CA2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F39A055-FBA5-4A37-BFCF-097E3409D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79642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1451</TotalTime>
  <Words>268</Words>
  <Application>Microsoft Office PowerPoint</Application>
  <PresentationFormat>宽屏</PresentationFormat>
  <Paragraphs>20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3" baseType="lpstr">
      <vt:lpstr>等线</vt:lpstr>
      <vt:lpstr>等线 Light</vt:lpstr>
      <vt:lpstr>Arial</vt:lpstr>
      <vt:lpstr>Office 主题​​</vt:lpstr>
      <vt:lpstr>华丽MG效果</vt:lpstr>
      <vt:lpstr>PowerPoint 演示文稿</vt:lpstr>
      <vt:lpstr>Sample 1:   1. 目标：对象从左到右移动 2. 对象无法移动存在问题，解决方案：A) 选中对象在动作路径中用直线，B) 效果选项中选择右，如下：  </vt:lpstr>
      <vt:lpstr>PowerPoint 演示文稿</vt:lpstr>
      <vt:lpstr>Sample 1 (Cont’d):   1. 目标：对象从左到右移动 2. 鼠标移动对象时候，路径会跟着移动存在问题，解决方案：A) 选中对象在效果选项中选择锁定，路径就不会跟着移动，B) 选中对象在效果选项中选择反转路径方向，路径起点变成终点，路径终点变成起点，C) 效果选项右下角箭头选择自动翻转，动画会原路返回，时间自然翻倍，如下：  </vt:lpstr>
      <vt:lpstr>PowerPoint 演示文稿</vt:lpstr>
      <vt:lpstr>Sample 2:   1. 目标：陀螺旋 2. 对象无法旋转强调存在问题，解决方案：A) 选中对象在强调中选用陀螺旋，B) 效果选项右下角箭头输入旋转角度60度，且自动翻转，如下：  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Canhui Wang</dc:creator>
  <cp:lastModifiedBy>Canhui Wang</cp:lastModifiedBy>
  <cp:revision>39</cp:revision>
  <dcterms:created xsi:type="dcterms:W3CDTF">2026-05-29T00:35:31Z</dcterms:created>
  <dcterms:modified xsi:type="dcterms:W3CDTF">2026-05-30T10:02:23Z</dcterms:modified>
</cp:coreProperties>
</file>
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2026/5/30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357091" y="1985818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</TotalTime>
  <Words>429</Words>
  <Application>Microsoft Office PowerPoint</Application>
  <PresentationFormat>宽屏</PresentationFormat>
  <Paragraphs>33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华丽MG效果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选中对象在强调中选用放大缩小，B) 效果选项右下角箭头输入放大缩小尺寸200，且自动翻转，如下：  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42</cp:revision>
  <dcterms:created xsi:type="dcterms:W3CDTF">2026-05-29T00:35:31Z</dcterms:created>
  <dcterms:modified xsi:type="dcterms:W3CDTF">2026-05-30T10:18:48Z</dcterms:modified>
</cp:coreProperties>
</file>
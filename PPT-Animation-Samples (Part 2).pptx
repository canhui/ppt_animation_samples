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7" r:id="rId3"/>
    <p:sldId id="280" r:id="rId4"/>
    <p:sldId id="282" r:id="rId5"/>
    <p:sldId id="283" r:id="rId6"/>
    <p:sldId id="284" r:id="rId7"/>
    <p:sldId id="285" r:id="rId8"/>
    <p:sldId id="278" r:id="rId9"/>
    <p:sldId id="287" r:id="rId10"/>
    <p:sldId id="286" r:id="rId11"/>
    <p:sldId id="279" r:id="rId12"/>
    <p:sldId id="289" r:id="rId13"/>
    <p:sldId id="290" r:id="rId14"/>
    <p:sldId id="291" r:id="rId15"/>
    <p:sldId id="292" r:id="rId16"/>
    <p:sldId id="294" r:id="rId17"/>
    <p:sldId id="295" r:id="rId18"/>
    <p:sldId id="293" r:id="rId19"/>
    <p:sldId id="296" r:id="rId20"/>
    <p:sldId id="297" r:id="rId21"/>
    <p:sldId id="298" r:id="rId22"/>
    <p:sldId id="301" r:id="rId23"/>
    <p:sldId id="300" r:id="rId24"/>
    <p:sldId id="299" r:id="rId25"/>
    <p:sldId id="302" r:id="rId26"/>
    <p:sldId id="303" r:id="rId27"/>
    <p:sldId id="304" r:id="rId28"/>
    <p:sldId id="305" r:id="rId29"/>
    <p:sldId id="306" r:id="rId30"/>
    <p:sldId id="307" r:id="rId31"/>
    <p:sldId id="308" r:id="rId3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374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93DFA3-BBDD-4189-8256-30F5310190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5FD678B-62D2-4286-B7FA-F4196EA748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304E5A-2344-47C2-A453-C6D239210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70C4B7-5384-4F7C-8500-4C04038A1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3F91F-6DE0-4EED-8C26-633027A5A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8191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C8875D-39C3-4165-AF44-961C6FAAE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E3312A-B96B-4CBB-8A7E-A0F6FA657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1D2C48-AEEB-490A-A763-A8F8EB027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8029F6-47B9-48BA-A6F0-C0E2FBC7C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F23BED-0050-4302-9CD1-B11CF5666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685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C7AF48-06AB-46EA-B2BE-33F13005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558F2A-400C-40AC-A71A-EEFDCA732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A554A5-9556-4573-9520-8170393CE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18BB2A-FFCC-4AE4-A53D-74E16F471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BA27639-CF36-48B3-9BD5-02EE36DAE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21313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1B7D09-A428-473D-9681-8D70FE3F7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966C58A-1DC6-49D6-A3FE-0AB74CB8FC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96C9F3B-41E8-4D4E-99CF-A758C3EDE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75B9D3-41E0-4DF6-9181-9331348B2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A8D371-4F16-4876-A878-C8B10DE55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F79226F-0179-4FCC-849F-3B46E0103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1437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25F70A-A61A-4C1E-813A-9BE0DA416C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47105B8-3515-447C-8242-E65D37662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8D46EC-3D7B-4047-9458-493BD7FCA1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2DCB814-9B42-4DF9-95DC-3E8662C6C5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97968D4-9C2B-4E29-A85E-D9E49B1F23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D9F54DF-5912-4B8C-9DE3-FB7E22B08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33CDB96-3F10-4B01-9BFC-1732B0D8E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768FB56-E05D-4E30-9CBA-FEE59A19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4072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62E468-C083-45D2-AE22-FE54E1017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412E6A1-8AC9-46E9-A7BC-2D2447C22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C22EEA4-C9B3-443E-9ED5-5604DBD9D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6467A86-5812-4B56-8B1E-B71420092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1938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BC7E40C-A7C0-48DD-9FAC-DEE7102CF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4B5E6B2-E9B9-4DAE-8E31-CF5E6A69D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8F07FD1-84D4-454C-8EB5-3E217F9A3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0216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70992A-3E59-4898-A3FC-42216AB06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1B9FC22-E2B9-4F1F-9E4E-95CD17340D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39ACD0C-6392-4178-BE96-DB5540F1F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97B7B4-EE74-491A-A0F0-E286C52A6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BA0500-0003-4977-84E9-A62C3EF3B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2A5B315-D0A4-40A4-ACB0-63769F8C8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810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5CDA62-004F-417C-8F77-A9962E334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E9E2263-75F2-46AD-B313-E046DD9CA7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B5E6C5A-DC7A-4CFB-AC41-D4E26BC137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2B9CFD4-3CCE-494E-B143-FA11B8ABD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677FA0E-C471-4C87-8D19-6C5D6D463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1718433-E461-4164-BA5A-CECED344E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4802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789EAE-918E-49DD-A0D8-116D99C28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BC9FEF5-CCBF-48A9-9D79-CEAE87BC81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263059-3C99-44D5-834B-AE5C5D0C1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8B5C9F-AACA-4121-ADB2-6768E80EF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50DF41-0F37-48B6-823B-95A10E85F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1930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D33B976-D6DC-4764-8EA5-C1955ED58B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13BF09B-6FE5-4130-A7A1-5AF592596A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1C6D2A-70EC-4055-86D4-9A648CB3D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4A8373-CB81-49CF-B823-EF045E475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9CD6DB-7686-4460-9B2C-324383E0D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1722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0AC2033-8256-49AF-AB04-6013D9879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5409BA6-8A03-42F3-B633-96D984844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203DD2-AE08-4A9C-A5C1-35BDF2F56B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1B5628-18D7-4438-BD07-CC6BC5CDF5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E1DA91-DC61-4444-82EA-9261DF4449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2434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66F3CC-E0A3-443F-8537-C870D90EA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华丽</a:t>
            </a:r>
            <a:r>
              <a:rPr lang="en-US" altLang="zh-CN" dirty="0"/>
              <a:t>MG (Motion Graphics) </a:t>
            </a:r>
            <a:r>
              <a:rPr lang="zh-CN" altLang="en-US" dirty="0"/>
              <a:t>效果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4CDF52E-FF6F-4CC3-91D4-1259DF138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常用的基础动画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平滑效果的设置</a:t>
            </a:r>
            <a:endParaRPr lang="en-US" altLang="zh-CN" dirty="0"/>
          </a:p>
          <a:p>
            <a:r>
              <a:rPr lang="en-US" altLang="zh-CN" dirty="0"/>
              <a:t>3. </a:t>
            </a:r>
            <a:r>
              <a:rPr lang="zh-CN" altLang="en-US" dirty="0"/>
              <a:t>制作</a:t>
            </a:r>
            <a:r>
              <a:rPr lang="en-US" altLang="zh-CN" dirty="0"/>
              <a:t>MG</a:t>
            </a:r>
            <a:r>
              <a:rPr lang="zh-CN" altLang="en-US" dirty="0"/>
              <a:t>修饰元素</a:t>
            </a:r>
            <a:endParaRPr lang="en-US" altLang="zh-CN" dirty="0"/>
          </a:p>
          <a:p>
            <a:r>
              <a:rPr lang="en-US" altLang="zh-CN" dirty="0"/>
              <a:t>4. </a:t>
            </a:r>
            <a:r>
              <a:rPr lang="zh-CN" altLang="en-US" dirty="0"/>
              <a:t>做一个华丽</a:t>
            </a:r>
            <a:r>
              <a:rPr lang="en-US" altLang="zh-CN" dirty="0"/>
              <a:t>MG</a:t>
            </a:r>
            <a:r>
              <a:rPr lang="zh-CN" altLang="en-US" dirty="0"/>
              <a:t>片头</a:t>
            </a:r>
          </a:p>
        </p:txBody>
      </p:sp>
    </p:spTree>
    <p:extLst>
      <p:ext uri="{BB962C8B-B14F-4D97-AF65-F5344CB8AC3E}">
        <p14:creationId xmlns:p14="http://schemas.microsoft.com/office/powerpoint/2010/main" val="3008607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BD2E4C-11EB-4F8B-AB01-E201CF945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常用的基础动画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D3849D7-F7E9-4CA5-A75A-0BEEDDE61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B046F394-24B6-4349-A59B-41C123A9FC9C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  <p:sp>
        <p:nvSpPr>
          <p:cNvPr id="6" name="矩形: 对角圆角 5">
            <a:extLst>
              <a:ext uri="{FF2B5EF4-FFF2-40B4-BE49-F238E27FC236}">
                <a16:creationId xmlns:a16="http://schemas.microsoft.com/office/drawing/2014/main" id="{ADF59E04-9C13-488D-9B3D-033FDB770231}"/>
              </a:ext>
            </a:extLst>
          </p:cNvPr>
          <p:cNvSpPr/>
          <p:nvPr/>
        </p:nvSpPr>
        <p:spPr>
          <a:xfrm>
            <a:off x="5233557" y="3024904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陀螺旋</a:t>
            </a:r>
            <a:endParaRPr lang="en-US" altLang="zh-CN" dirty="0"/>
          </a:p>
          <a:p>
            <a:pPr algn="ctr"/>
            <a:r>
              <a:rPr lang="zh-CN" altLang="en-US" dirty="0"/>
              <a:t>（角度改变）</a:t>
            </a:r>
          </a:p>
        </p:txBody>
      </p:sp>
      <p:sp>
        <p:nvSpPr>
          <p:cNvPr id="7" name="矩形: 对角圆角 6">
            <a:extLst>
              <a:ext uri="{FF2B5EF4-FFF2-40B4-BE49-F238E27FC236}">
                <a16:creationId xmlns:a16="http://schemas.microsoft.com/office/drawing/2014/main" id="{7A56EA5D-FA8A-498E-A856-B003B58CB618}"/>
              </a:ext>
            </a:extLst>
          </p:cNvPr>
          <p:cNvSpPr/>
          <p:nvPr/>
        </p:nvSpPr>
        <p:spPr>
          <a:xfrm>
            <a:off x="7477994" y="3024904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放大缩小</a:t>
            </a:r>
            <a:endParaRPr lang="en-US" altLang="zh-CN" dirty="0"/>
          </a:p>
          <a:p>
            <a:pPr algn="ctr"/>
            <a:r>
              <a:rPr lang="zh-CN" altLang="en-US" dirty="0"/>
              <a:t>（大小改变）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58053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1.85185E-6 L 0.125 -1.85185E-6 C 0.18099 -1.85185E-6 0.25 0.06898 0.25 0.125 L 0.25 0.25 " pathEditMode="relative" rAng="0" ptsTypes="AAAA">
                                      <p:cBhvr>
                                        <p:cTn id="2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1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对象从左到右移动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对象无法移动存在问题，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选中对象在动作路径中用直线，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效果选项中选择右，如下：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33914472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B46DBF-0797-461D-97CA-A3FCFC61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D41C5E-0A8E-4A40-A357-31CE4B9F0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2F0F82F1-03BE-48A1-932E-6F9791E7CC5F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</p:spTree>
    <p:extLst>
      <p:ext uri="{BB962C8B-B14F-4D97-AF65-F5344CB8AC3E}">
        <p14:creationId xmlns:p14="http://schemas.microsoft.com/office/powerpoint/2010/main" val="1891214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5 0 E" pathEditMode="relative" ptsTypes="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1 (Cont’d)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对象从左到右移动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鼠标移动对象时候，路径会跟着移动存在问题，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选中对象在效果选项中选择锁定，路径就不会跟着移动，</a:t>
            </a:r>
            <a:r>
              <a:rPr lang="en-US" altLang="zh-CN" sz="2200" dirty="0"/>
              <a:t>B) </a:t>
            </a:r>
            <a:r>
              <a:rPr lang="zh-CN" altLang="en-US" sz="2200" dirty="0"/>
              <a:t>选中对象在效果选项中选择反转路径方向，路径起点变成终点，路径终点变成起点，</a:t>
            </a:r>
            <a:r>
              <a:rPr lang="en-US" altLang="zh-CN" sz="2200" dirty="0"/>
              <a:t>C) </a:t>
            </a:r>
            <a:r>
              <a:rPr lang="zh-CN" altLang="en-US" sz="2200" dirty="0"/>
              <a:t>效果选项右下角箭头选择自动翻转，动画会原路返回，时间自然翻倍，如下：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3846947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B46DBF-0797-461D-97CA-A3FCFC61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D41C5E-0A8E-4A40-A357-31CE4B9F0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2F0F82F1-03BE-48A1-932E-6F9791E7CC5F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</p:spTree>
    <p:extLst>
      <p:ext uri="{BB962C8B-B14F-4D97-AF65-F5344CB8AC3E}">
        <p14:creationId xmlns:p14="http://schemas.microsoft.com/office/powerpoint/2010/main" val="2832208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autoRev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7.40741E-7 L 0.25 7.40741E-7 E" pathEditMode="fixed" ptsTypes="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2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陀螺旋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对象无法旋转强调存在问题，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选中对象在强调中选用陀螺旋，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效果选项右下角箭头输入旋转角度</a:t>
            </a:r>
            <a:r>
              <a:rPr lang="en-US" altLang="zh-CN" sz="2200" dirty="0"/>
              <a:t>60</a:t>
            </a:r>
            <a:r>
              <a:rPr lang="zh-CN" altLang="en-US" sz="2200" dirty="0"/>
              <a:t>度，且自动翻转，如下：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562598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45E4C5-17D9-4BA9-8ABE-D4CEDFE24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47F7864-711D-4EDD-A384-CAE82BE464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: 对角圆角 3">
            <a:extLst>
              <a:ext uri="{FF2B5EF4-FFF2-40B4-BE49-F238E27FC236}">
                <a16:creationId xmlns:a16="http://schemas.microsoft.com/office/drawing/2014/main" id="{32003A62-FDD7-4B07-8E7C-55EA047FA0E6}"/>
              </a:ext>
            </a:extLst>
          </p:cNvPr>
          <p:cNvSpPr/>
          <p:nvPr/>
        </p:nvSpPr>
        <p:spPr>
          <a:xfrm>
            <a:off x="5233557" y="1985817"/>
            <a:ext cx="1884218" cy="4045527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陀螺旋</a:t>
            </a:r>
            <a:endParaRPr lang="en-US" altLang="zh-CN" dirty="0"/>
          </a:p>
          <a:p>
            <a:pPr algn="ctr"/>
            <a:r>
              <a:rPr lang="zh-CN" altLang="en-US" dirty="0"/>
              <a:t>（角度改变）</a:t>
            </a:r>
          </a:p>
        </p:txBody>
      </p:sp>
    </p:spTree>
    <p:extLst>
      <p:ext uri="{BB962C8B-B14F-4D97-AF65-F5344CB8AC3E}">
        <p14:creationId xmlns:p14="http://schemas.microsoft.com/office/powerpoint/2010/main" val="2018514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autoRev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3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放大缩小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对象无法放大缩小存在问题，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选中对象在强调中选用放大缩小，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效果选项右下角箭头输入放大缩小尺寸</a:t>
            </a:r>
            <a:r>
              <a:rPr lang="en-US" altLang="zh-CN" sz="2200" dirty="0"/>
              <a:t>200</a:t>
            </a:r>
            <a:r>
              <a:rPr lang="zh-CN" altLang="en-US" sz="2200" dirty="0"/>
              <a:t>，且自动翻转，如下：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1188859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5F6DC9-CF0E-488D-9BF9-1AB1FD646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9BEDE2E-6144-4CFA-AE64-75219A7B7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: 对角圆角 3">
            <a:extLst>
              <a:ext uri="{FF2B5EF4-FFF2-40B4-BE49-F238E27FC236}">
                <a16:creationId xmlns:a16="http://schemas.microsoft.com/office/drawing/2014/main" id="{9829E989-7C84-43A0-A122-CC855E71A28B}"/>
              </a:ext>
            </a:extLst>
          </p:cNvPr>
          <p:cNvSpPr/>
          <p:nvPr/>
        </p:nvSpPr>
        <p:spPr>
          <a:xfrm>
            <a:off x="4882575" y="2994530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放大缩小</a:t>
            </a:r>
            <a:endParaRPr lang="en-US" altLang="zh-CN" dirty="0"/>
          </a:p>
          <a:p>
            <a:pPr algn="ctr"/>
            <a:r>
              <a:rPr lang="zh-CN" altLang="en-US" dirty="0"/>
              <a:t>（大小改变）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64607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autoRev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</p:cBhvr>
                                      <p:by x="200000" y="2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5C2D13-5BB3-4EBC-9C2A-D3D602CA2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altLang="zh-CN" dirty="0"/>
            </a:br>
            <a:r>
              <a:rPr lang="en-US" altLang="zh-CN" dirty="0"/>
              <a:t>2. </a:t>
            </a:r>
            <a:r>
              <a:rPr lang="zh-CN" altLang="en-US" dirty="0"/>
              <a:t>平滑效果的设置</a:t>
            </a:r>
            <a:br>
              <a:rPr lang="en-US" altLang="zh-CN" dirty="0"/>
            </a:b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F39A055-FBA5-4A37-BFCF-097E3409D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A0E7E4D-CBBC-4DDA-93F2-2AF5F1A6DEE1}"/>
              </a:ext>
            </a:extLst>
          </p:cNvPr>
          <p:cNvSpPr/>
          <p:nvPr/>
        </p:nvSpPr>
        <p:spPr>
          <a:xfrm>
            <a:off x="942109" y="2488190"/>
            <a:ext cx="1366982" cy="6026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无平滑</a:t>
            </a:r>
            <a:endParaRPr lang="en-US" altLang="zh-CN" dirty="0"/>
          </a:p>
          <a:p>
            <a:pPr algn="ctr"/>
            <a:r>
              <a:rPr lang="zh-CN" altLang="en-US" dirty="0"/>
              <a:t>（匀速）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C7E8EA1-E3FE-42C8-B35F-25F1EEF5105A}"/>
              </a:ext>
            </a:extLst>
          </p:cNvPr>
          <p:cNvSpPr/>
          <p:nvPr/>
        </p:nvSpPr>
        <p:spPr>
          <a:xfrm>
            <a:off x="942108" y="3316576"/>
            <a:ext cx="1366983" cy="6026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平滑开始（加速开始）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F2362AA-B4E7-42CC-AA57-A1F106B2D458}"/>
              </a:ext>
            </a:extLst>
          </p:cNvPr>
          <p:cNvSpPr/>
          <p:nvPr/>
        </p:nvSpPr>
        <p:spPr>
          <a:xfrm>
            <a:off x="942107" y="4123603"/>
            <a:ext cx="1366982" cy="6026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平滑结束（加速结束）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FB811DB-13EE-4498-9AE3-69F8FA8B7C69}"/>
              </a:ext>
            </a:extLst>
          </p:cNvPr>
          <p:cNvSpPr/>
          <p:nvPr/>
        </p:nvSpPr>
        <p:spPr>
          <a:xfrm>
            <a:off x="942107" y="4951989"/>
            <a:ext cx="1366982" cy="12249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弹跳结束</a:t>
            </a:r>
            <a:endParaRPr lang="en-US" altLang="zh-CN" dirty="0"/>
          </a:p>
          <a:p>
            <a:pPr algn="ctr"/>
            <a:r>
              <a:rPr lang="zh-CN" altLang="en-US" dirty="0"/>
              <a:t>（弹跳结束，有一秒钟作弹跳效果）</a:t>
            </a:r>
          </a:p>
        </p:txBody>
      </p:sp>
    </p:spTree>
    <p:extLst>
      <p:ext uri="{BB962C8B-B14F-4D97-AF65-F5344CB8AC3E}">
        <p14:creationId xmlns:p14="http://schemas.microsoft.com/office/powerpoint/2010/main" val="3327964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63" presetClass="path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96296E-6 L 0.74089 0.00417 " pathEditMode="relative" rAng="0" ptsTypes="AA">
                                          <p:cBhvr>
                                            <p:cTn id="6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44" y="208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7" fill="hold">
                          <p:stCondLst>
                            <p:cond delay="indefinite"/>
                          </p:stCondLst>
                          <p:childTnLst>
                            <p:par>
                              <p:cTn id="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9" presetID="63" presetClass="path" presetSubtype="0" accel="9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3.7037E-6 L 0.74167 -0.00232 " pathEditMode="relative" rAng="0" ptsTypes="AA">
                                          <p:cBhvr>
                                            <p:cTn id="10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-116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1" fill="hold">
                          <p:stCondLst>
                            <p:cond delay="indefinite"/>
                          </p:stCondLst>
                          <p:childTnLst>
                            <p:par>
                              <p:cTn id="1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3" presetID="63" presetClass="path" presetSubtype="0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1.11111E-6 L 0.74323 0.00532 " pathEditMode="relative" rAng="0" ptsTypes="AA">
                                          <p:cBhvr>
                                            <p:cTn id="14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161" y="255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5" fill="hold">
                          <p:stCondLst>
                            <p:cond delay="indefinite"/>
                          </p:stCondLst>
                          <p:childTnLst>
                            <p:par>
                              <p:cTn id="16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7" presetID="63" presetClass="path" presetSubtype="0" fill="hold" grpId="0" nodeType="clickEffect" p14:presetBounceEnd="50000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59259E-6 L 0.74167 0.00047 " pathEditMode="relative" rAng="0" ptsTypes="AA" p14:bounceEnd="50000">
                                          <p:cBhvr>
                                            <p:cTn id="18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23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5" grpId="0" animBg="1"/>
          <p:bldP spid="6" grpId="0" animBg="1"/>
          <p:bldP spid="7" grpId="0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63" presetClass="path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96296E-6 L 0.74089 0.00417 " pathEditMode="relative" rAng="0" ptsTypes="AA">
                                          <p:cBhvr>
                                            <p:cTn id="6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44" y="208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7" fill="hold">
                          <p:stCondLst>
                            <p:cond delay="indefinite"/>
                          </p:stCondLst>
                          <p:childTnLst>
                            <p:par>
                              <p:cTn id="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9" presetID="63" presetClass="path" presetSubtype="0" accel="9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3.7037E-6 L 0.74167 -0.00232 " pathEditMode="relative" rAng="0" ptsTypes="AA">
                                          <p:cBhvr>
                                            <p:cTn id="10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-116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1" fill="hold">
                          <p:stCondLst>
                            <p:cond delay="indefinite"/>
                          </p:stCondLst>
                          <p:childTnLst>
                            <p:par>
                              <p:cTn id="1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3" presetID="63" presetClass="path" presetSubtype="0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1.11111E-6 L 0.74323 0.00532 " pathEditMode="relative" rAng="0" ptsTypes="AA">
                                          <p:cBhvr>
                                            <p:cTn id="14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161" y="255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5" fill="hold">
                          <p:stCondLst>
                            <p:cond delay="indefinite"/>
                          </p:stCondLst>
                          <p:childTnLst>
                            <p:par>
                              <p:cTn id="16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7" presetID="63" presetClass="path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59259E-6 L 0.74167 0.00047 " pathEditMode="relative" rAng="0" ptsTypes="AA">
                                          <p:cBhvr>
                                            <p:cTn id="18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23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5" grpId="0" animBg="1"/>
          <p:bldP spid="6" grpId="0" animBg="1"/>
          <p:bldP spid="7" grpId="0" animBg="1"/>
        </p:bldLst>
      </p:timing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4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球体坠落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球体坠落无弹跳存在问题，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球体从视界外飞入，选择自顶部，平滑开始，</a:t>
            </a:r>
            <a:r>
              <a:rPr lang="en-US" altLang="zh-CN" sz="2200" dirty="0"/>
              <a:t>B) </a:t>
            </a:r>
            <a:r>
              <a:rPr lang="zh-CN" altLang="en-US" sz="2200" dirty="0"/>
              <a:t>碰到地面后会反弹，添加动画，选择路径动画，所以添加直线路径，</a:t>
            </a:r>
            <a:r>
              <a:rPr lang="en-US" altLang="zh-CN" sz="2200" dirty="0"/>
              <a:t>C)</a:t>
            </a:r>
            <a:r>
              <a:rPr lang="zh-CN" altLang="en-US" sz="2200" dirty="0"/>
              <a:t> 第二个动画延迟</a:t>
            </a:r>
            <a:r>
              <a:rPr lang="en-US" altLang="zh-CN" sz="2200" dirty="0"/>
              <a:t>0.5</a:t>
            </a:r>
            <a:r>
              <a:rPr lang="zh-CN" altLang="en-US" sz="2200" dirty="0"/>
              <a:t>秒，持续时间</a:t>
            </a:r>
            <a:r>
              <a:rPr lang="en-US" altLang="zh-CN" sz="2200" dirty="0"/>
              <a:t>0.5</a:t>
            </a:r>
            <a:r>
              <a:rPr lang="zh-CN" altLang="en-US" sz="2200" dirty="0"/>
              <a:t>秒，</a:t>
            </a:r>
            <a:r>
              <a:rPr lang="en-US" altLang="zh-CN" sz="2200" dirty="0"/>
              <a:t>D)</a:t>
            </a:r>
            <a:r>
              <a:rPr lang="zh-CN" altLang="en-US" sz="2200" dirty="0"/>
              <a:t> 第二个动画平滑结束，如下：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1092680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064980-B5C1-4DDF-921E-01756B4DB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7AD2026-1B29-48A3-99B0-48C73B5C4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流程图: 接点 3">
            <a:extLst>
              <a:ext uri="{FF2B5EF4-FFF2-40B4-BE49-F238E27FC236}">
                <a16:creationId xmlns:a16="http://schemas.microsoft.com/office/drawing/2014/main" id="{BCC63270-4788-4895-8216-FF1CF710B541}"/>
              </a:ext>
            </a:extLst>
          </p:cNvPr>
          <p:cNvSpPr/>
          <p:nvPr/>
        </p:nvSpPr>
        <p:spPr>
          <a:xfrm>
            <a:off x="5271030" y="4787016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球体</a:t>
            </a:r>
          </a:p>
        </p:txBody>
      </p:sp>
    </p:spTree>
    <p:extLst>
      <p:ext uri="{BB962C8B-B14F-4D97-AF65-F5344CB8AC3E}">
        <p14:creationId xmlns:p14="http://schemas.microsoft.com/office/powerpoint/2010/main" val="1337977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52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pat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2.08333E-7 4.44444E-6 L 0.00143 -0.16899 " pathEditMode="relative" rAng="0" ptsTypes="AA">
                                      <p:cBhvr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44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5C2D13-5BB3-4EBC-9C2A-D3D602CA2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altLang="zh-CN" dirty="0"/>
            </a:br>
            <a:br>
              <a:rPr lang="en-US" altLang="zh-CN" dirty="0"/>
            </a:br>
            <a:r>
              <a:rPr lang="en-US" altLang="zh-CN" dirty="0"/>
              <a:t>3. </a:t>
            </a:r>
            <a:r>
              <a:rPr lang="zh-CN" altLang="en-US" dirty="0"/>
              <a:t>制作</a:t>
            </a:r>
            <a:r>
              <a:rPr lang="en-US" altLang="zh-CN" dirty="0"/>
              <a:t>MG</a:t>
            </a:r>
            <a:r>
              <a:rPr lang="zh-CN" altLang="en-US" dirty="0"/>
              <a:t>修饰元素</a:t>
            </a:r>
            <a:br>
              <a:rPr lang="zh-CN" altLang="en-US" dirty="0"/>
            </a:br>
            <a:br>
              <a:rPr lang="en-US" altLang="zh-CN" dirty="0"/>
            </a:b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F39A055-FBA5-4A37-BFCF-097E3409D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安装</a:t>
            </a:r>
            <a:r>
              <a:rPr lang="en-US" altLang="zh-CN" dirty="0" err="1"/>
              <a:t>iSlide</a:t>
            </a:r>
            <a:r>
              <a:rPr lang="zh-CN" altLang="en-US" dirty="0"/>
              <a:t>插件（点击</a:t>
            </a:r>
            <a:r>
              <a:rPr lang="en-US" altLang="zh-CN" dirty="0" err="1"/>
              <a:t>iSlide</a:t>
            </a:r>
            <a:r>
              <a:rPr lang="zh-CN" altLang="en-US" dirty="0"/>
              <a:t>，数量设置为</a:t>
            </a:r>
            <a:r>
              <a:rPr lang="en-US" altLang="zh-CN" dirty="0"/>
              <a:t>8</a:t>
            </a:r>
            <a:r>
              <a:rPr lang="zh-CN" altLang="en-US" dirty="0"/>
              <a:t>，起始角度</a:t>
            </a:r>
            <a:r>
              <a:rPr lang="en-US" altLang="zh-CN" dirty="0"/>
              <a:t>1</a:t>
            </a:r>
            <a:r>
              <a:rPr lang="zh-CN" altLang="en-US" dirty="0"/>
              <a:t>，半径单位毫米，布局半径</a:t>
            </a:r>
            <a:r>
              <a:rPr lang="en-US" altLang="zh-CN" dirty="0"/>
              <a:t>30</a:t>
            </a:r>
            <a:r>
              <a:rPr lang="zh-CN" altLang="en-US" dirty="0"/>
              <a:t>，自动旋转，中间删除，</a:t>
            </a:r>
            <a:r>
              <a:rPr lang="en-US" altLang="zh-CN" dirty="0"/>
              <a:t>Control + G </a:t>
            </a:r>
            <a:r>
              <a:rPr lang="zh-CN" altLang="en-US" dirty="0"/>
              <a:t>组合在一起）</a:t>
            </a:r>
          </a:p>
        </p:txBody>
      </p:sp>
      <p:sp>
        <p:nvSpPr>
          <p:cNvPr id="15" name="内容占位符 2">
            <a:extLst>
              <a:ext uri="{FF2B5EF4-FFF2-40B4-BE49-F238E27FC236}">
                <a16:creationId xmlns:a16="http://schemas.microsoft.com/office/drawing/2014/main" id="{D224EADD-D73D-40FC-8B81-65654D430078}"/>
              </a:ext>
            </a:extLst>
          </p:cNvPr>
          <p:cNvSpPr txBox="1">
            <a:spLocks/>
          </p:cNvSpPr>
          <p:nvPr/>
        </p:nvSpPr>
        <p:spPr>
          <a:xfrm rot="5400000">
            <a:off x="838200" y="-868997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6" name="内容占位符 2">
            <a:extLst>
              <a:ext uri="{FF2B5EF4-FFF2-40B4-BE49-F238E27FC236}">
                <a16:creationId xmlns:a16="http://schemas.microsoft.com/office/drawing/2014/main" id="{810AE8CE-1EAF-4EB0-AE29-F2A5960CFB16}"/>
              </a:ext>
            </a:extLst>
          </p:cNvPr>
          <p:cNvSpPr txBox="1">
            <a:spLocks/>
          </p:cNvSpPr>
          <p:nvPr/>
        </p:nvSpPr>
        <p:spPr>
          <a:xfrm rot="5400000">
            <a:off x="9059627" y="-4730744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7" name="内容占位符 2">
            <a:extLst>
              <a:ext uri="{FF2B5EF4-FFF2-40B4-BE49-F238E27FC236}">
                <a16:creationId xmlns:a16="http://schemas.microsoft.com/office/drawing/2014/main" id="{319B7B76-C40A-45F7-A721-7161417982BD}"/>
              </a:ext>
            </a:extLst>
          </p:cNvPr>
          <p:cNvSpPr txBox="1">
            <a:spLocks/>
          </p:cNvSpPr>
          <p:nvPr/>
        </p:nvSpPr>
        <p:spPr>
          <a:xfrm rot="5400000">
            <a:off x="11090152" y="416556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8" name="内容占位符 2">
            <a:extLst>
              <a:ext uri="{FF2B5EF4-FFF2-40B4-BE49-F238E27FC236}">
                <a16:creationId xmlns:a16="http://schemas.microsoft.com/office/drawing/2014/main" id="{2E90728E-E52D-40C9-B13E-A66C4ED30349}"/>
              </a:ext>
            </a:extLst>
          </p:cNvPr>
          <p:cNvSpPr txBox="1">
            <a:spLocks/>
          </p:cNvSpPr>
          <p:nvPr/>
        </p:nvSpPr>
        <p:spPr>
          <a:xfrm rot="5400000">
            <a:off x="5400748" y="1129985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9" name="内容占位符 2">
            <a:extLst>
              <a:ext uri="{FF2B5EF4-FFF2-40B4-BE49-F238E27FC236}">
                <a16:creationId xmlns:a16="http://schemas.microsoft.com/office/drawing/2014/main" id="{C5B62515-7E9F-40D2-BD28-224B71CB6250}"/>
              </a:ext>
            </a:extLst>
          </p:cNvPr>
          <p:cNvSpPr txBox="1">
            <a:spLocks/>
          </p:cNvSpPr>
          <p:nvPr/>
        </p:nvSpPr>
        <p:spPr>
          <a:xfrm rot="5400000">
            <a:off x="-3724348" y="1129985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1. </a:t>
            </a:r>
            <a:r>
              <a:rPr lang="zh-CN" altLang="en-US" dirty="0"/>
              <a:t>安装</a:t>
            </a:r>
            <a:r>
              <a:rPr lang="en-US" altLang="zh-CN" dirty="0" err="1"/>
              <a:t>iSlide</a:t>
            </a:r>
            <a:r>
              <a:rPr lang="zh-CN" altLang="en-US" dirty="0"/>
              <a:t>插件</a:t>
            </a:r>
          </a:p>
        </p:txBody>
      </p:sp>
      <p:sp>
        <p:nvSpPr>
          <p:cNvPr id="20" name="内容占位符 2">
            <a:extLst>
              <a:ext uri="{FF2B5EF4-FFF2-40B4-BE49-F238E27FC236}">
                <a16:creationId xmlns:a16="http://schemas.microsoft.com/office/drawing/2014/main" id="{E03593A4-8686-4622-809B-FD2B9FD17E22}"/>
              </a:ext>
            </a:extLst>
          </p:cNvPr>
          <p:cNvSpPr txBox="1">
            <a:spLocks/>
          </p:cNvSpPr>
          <p:nvPr/>
        </p:nvSpPr>
        <p:spPr>
          <a:xfrm rot="5400000">
            <a:off x="-9413752" y="416556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21" name="内容占位符 2">
            <a:extLst>
              <a:ext uri="{FF2B5EF4-FFF2-40B4-BE49-F238E27FC236}">
                <a16:creationId xmlns:a16="http://schemas.microsoft.com/office/drawing/2014/main" id="{94B5CA80-1172-429C-8034-FDD4BBA95217}"/>
              </a:ext>
            </a:extLst>
          </p:cNvPr>
          <p:cNvSpPr txBox="1">
            <a:spLocks/>
          </p:cNvSpPr>
          <p:nvPr/>
        </p:nvSpPr>
        <p:spPr>
          <a:xfrm rot="5400000">
            <a:off x="-7383227" y="-4730744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30D5AE51-37E3-49FB-BF4E-820427FCDD7C}"/>
              </a:ext>
            </a:extLst>
          </p:cNvPr>
          <p:cNvGrpSpPr/>
          <p:nvPr/>
        </p:nvGrpSpPr>
        <p:grpSpPr>
          <a:xfrm>
            <a:off x="4553917" y="3044490"/>
            <a:ext cx="2886942" cy="2886942"/>
            <a:chOff x="4553917" y="3044490"/>
            <a:chExt cx="2886942" cy="2886942"/>
          </a:xfrm>
        </p:grpSpPr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CD1CCA02-91DE-45EF-BB1C-B799A301D3E7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2214C67F-57B3-4DE8-A6B4-35653D1B1922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7B5C2A46-6AB6-456D-92A7-A812F0DA88B3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92F06542-D18F-468A-8E02-6BF3EC07EC3D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D5D6D026-D6BE-460C-ABE3-EFC8D75D4457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73FB6EA5-118E-4ECE-8E98-161577F680D2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73ED7142-1FAE-46B8-98D1-13BCB6955555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16372618-8240-495A-833A-67782523510D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7286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1ED800-317F-4F76-8DF7-47B0B0DC2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B1559F-6E7C-4769-8957-0F5E6AC7F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en-US" altLang="zh-CN" dirty="0" err="1"/>
              <a:t>Control+G</a:t>
            </a:r>
            <a:r>
              <a:rPr lang="zh-CN" altLang="en-US" dirty="0"/>
              <a:t>合并成一个图</a:t>
            </a:r>
            <a:endParaRPr lang="en-US" altLang="zh-CN" dirty="0"/>
          </a:p>
          <a:p>
            <a:endParaRPr lang="zh-CN" altLang="en-US" dirty="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AF53A2C-BC23-48B5-AD7D-0E4081B5B29D}"/>
              </a:ext>
            </a:extLst>
          </p:cNvPr>
          <p:cNvCxnSpPr/>
          <p:nvPr/>
        </p:nvCxnSpPr>
        <p:spPr>
          <a:xfrm>
            <a:off x="4882925" y="4027055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A9762C7-77F7-4EEE-AE82-E5827284F4A2}"/>
              </a:ext>
            </a:extLst>
          </p:cNvPr>
          <p:cNvCxnSpPr>
            <a:cxnSpLocks/>
          </p:cNvCxnSpPr>
          <p:nvPr/>
        </p:nvCxnSpPr>
        <p:spPr>
          <a:xfrm rot="16200000">
            <a:off x="4878308" y="4027054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13BBCE85-EC02-462F-B4A8-84C4AE458D68}"/>
              </a:ext>
            </a:extLst>
          </p:cNvPr>
          <p:cNvCxnSpPr>
            <a:cxnSpLocks/>
          </p:cNvCxnSpPr>
          <p:nvPr/>
        </p:nvCxnSpPr>
        <p:spPr>
          <a:xfrm rot="18540000">
            <a:off x="4879786" y="4027053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3F44054-20B4-4E9B-83DF-471B712A985A}"/>
              </a:ext>
            </a:extLst>
          </p:cNvPr>
          <p:cNvCxnSpPr>
            <a:cxnSpLocks/>
          </p:cNvCxnSpPr>
          <p:nvPr/>
        </p:nvCxnSpPr>
        <p:spPr>
          <a:xfrm rot="24420000">
            <a:off x="4878308" y="4027053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7300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1ED800-317F-4F76-8DF7-47B0B0DC2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B1559F-6E7C-4769-8957-0F5E6AC7F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添加动画</a:t>
            </a:r>
            <a:r>
              <a:rPr lang="en-US" altLang="zh-CN" dirty="0"/>
              <a:t>-&gt;</a:t>
            </a:r>
            <a:r>
              <a:rPr lang="zh-CN" altLang="en-US" dirty="0"/>
              <a:t>更多进入效果</a:t>
            </a:r>
            <a:r>
              <a:rPr lang="en-US" altLang="zh-CN" dirty="0"/>
              <a:t>-&gt;</a:t>
            </a:r>
            <a:r>
              <a:rPr lang="zh-CN" altLang="en-US" dirty="0"/>
              <a:t>温和，基本缩放</a:t>
            </a:r>
            <a:endParaRPr lang="en-US" altLang="zh-CN" dirty="0"/>
          </a:p>
          <a:p>
            <a:endParaRPr lang="zh-CN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65469023-AA89-4F7C-AA47-4D3B793F5AB7}"/>
              </a:ext>
            </a:extLst>
          </p:cNvPr>
          <p:cNvGrpSpPr/>
          <p:nvPr/>
        </p:nvGrpSpPr>
        <p:grpSpPr>
          <a:xfrm>
            <a:off x="4882925" y="3523671"/>
            <a:ext cx="1006763" cy="1006764"/>
            <a:chOff x="4882925" y="3523671"/>
            <a:chExt cx="1006763" cy="1006764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1AF53A2C-BC23-48B5-AD7D-0E4081B5B29D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EA9762C7-77F7-4EEE-AE82-E5827284F4A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13BBCE85-EC02-462F-B4A8-84C4AE458D68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93F44054-20B4-4E9B-83DF-471B712A985A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5883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1ED800-317F-4F76-8DF7-47B0B0DC2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B1559F-6E7C-4769-8957-0F5E6AC7F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添加动画</a:t>
            </a:r>
            <a:r>
              <a:rPr lang="en-US" altLang="zh-CN" dirty="0"/>
              <a:t>-&gt;</a:t>
            </a:r>
            <a:r>
              <a:rPr lang="zh-CN" altLang="en-US" dirty="0"/>
              <a:t>退出动画</a:t>
            </a:r>
            <a:r>
              <a:rPr lang="en-US" altLang="zh-CN" dirty="0"/>
              <a:t>-&gt;</a:t>
            </a:r>
            <a:r>
              <a:rPr lang="zh-CN" altLang="en-US" dirty="0"/>
              <a:t>形状</a:t>
            </a:r>
            <a:endParaRPr lang="en-US" altLang="zh-CN" dirty="0"/>
          </a:p>
          <a:p>
            <a:r>
              <a:rPr lang="en-US" altLang="zh-CN" dirty="0"/>
              <a:t>4. </a:t>
            </a:r>
            <a:r>
              <a:rPr lang="zh-CN" altLang="en-US" dirty="0"/>
              <a:t>调节控制时间得到最佳效果</a:t>
            </a:r>
            <a:endParaRPr lang="en-US" altLang="zh-CN" dirty="0"/>
          </a:p>
          <a:p>
            <a:endParaRPr lang="zh-CN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65469023-AA89-4F7C-AA47-4D3B793F5AB7}"/>
              </a:ext>
            </a:extLst>
          </p:cNvPr>
          <p:cNvGrpSpPr/>
          <p:nvPr/>
        </p:nvGrpSpPr>
        <p:grpSpPr>
          <a:xfrm>
            <a:off x="4882925" y="3523671"/>
            <a:ext cx="1006763" cy="1006764"/>
            <a:chOff x="4882925" y="3523671"/>
            <a:chExt cx="1006763" cy="1006764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1AF53A2C-BC23-48B5-AD7D-0E4081B5B29D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EA9762C7-77F7-4EEE-AE82-E5827284F4A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13BBCE85-EC02-462F-B4A8-84C4AE458D68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93F44054-20B4-4E9B-83DF-471B712A985A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54679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xit" presetSubtype="32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10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3601F6-22FE-437C-8B98-2E84C2ABC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9CC2D86-BD04-4B12-AEDE-830050C19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内圈的圆，更多进入效果，基本缩放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添加动画里面，强调选择放大缩小，缩放大小调整为</a:t>
            </a:r>
            <a:r>
              <a:rPr lang="en-US" altLang="zh-CN" dirty="0"/>
              <a:t>120</a:t>
            </a:r>
          </a:p>
          <a:p>
            <a:r>
              <a:rPr lang="en-US" altLang="zh-CN" dirty="0"/>
              <a:t>3. </a:t>
            </a:r>
            <a:r>
              <a:rPr lang="zh-CN" altLang="en-US" dirty="0"/>
              <a:t>添加动画里面，退出动画淡化</a:t>
            </a:r>
            <a:endParaRPr lang="en-US" altLang="zh-CN" dirty="0"/>
          </a:p>
          <a:p>
            <a:r>
              <a:rPr lang="en-US" altLang="zh-CN" dirty="0"/>
              <a:t>4. </a:t>
            </a:r>
            <a:r>
              <a:rPr lang="zh-CN" altLang="en-US" dirty="0"/>
              <a:t>第一个持续时间</a:t>
            </a:r>
            <a:r>
              <a:rPr lang="en-US" altLang="zh-CN" dirty="0"/>
              <a:t>0.25</a:t>
            </a:r>
            <a:r>
              <a:rPr lang="zh-CN" altLang="en-US" dirty="0"/>
              <a:t>秒</a:t>
            </a:r>
            <a:endParaRPr lang="en-US" altLang="zh-CN" dirty="0"/>
          </a:p>
          <a:p>
            <a:r>
              <a:rPr lang="en-US" altLang="zh-CN" dirty="0"/>
              <a:t>5. </a:t>
            </a:r>
            <a:r>
              <a:rPr lang="zh-CN" altLang="en-US" dirty="0"/>
              <a:t>第二个持续时间</a:t>
            </a:r>
            <a:r>
              <a:rPr lang="en-US" altLang="zh-CN" dirty="0"/>
              <a:t>0.5</a:t>
            </a:r>
            <a:r>
              <a:rPr lang="zh-CN" altLang="en-US" dirty="0"/>
              <a:t>秒</a:t>
            </a:r>
            <a:r>
              <a:rPr lang="en-US" altLang="zh-CN" dirty="0"/>
              <a:t>+0.25</a:t>
            </a:r>
            <a:r>
              <a:rPr lang="zh-CN" altLang="en-US" dirty="0"/>
              <a:t>延迟</a:t>
            </a:r>
            <a:endParaRPr lang="en-US" altLang="zh-CN" dirty="0"/>
          </a:p>
          <a:p>
            <a:r>
              <a:rPr lang="en-US" altLang="zh-CN" dirty="0"/>
              <a:t>6. </a:t>
            </a:r>
            <a:r>
              <a:rPr lang="zh-CN" altLang="en-US" dirty="0"/>
              <a:t>第三个持续时间</a:t>
            </a:r>
            <a:r>
              <a:rPr lang="en-US" altLang="zh-CN" dirty="0"/>
              <a:t>0.25</a:t>
            </a:r>
            <a:r>
              <a:rPr lang="zh-CN" altLang="en-US" dirty="0"/>
              <a:t>秒</a:t>
            </a:r>
            <a:r>
              <a:rPr lang="en-US" altLang="zh-CN" dirty="0"/>
              <a:t>+0.25</a:t>
            </a:r>
            <a:r>
              <a:rPr lang="zh-CN" altLang="en-US" dirty="0"/>
              <a:t>延迟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FF3CFB22-1E8A-4977-942A-AB92F13FF3B0}"/>
              </a:ext>
            </a:extLst>
          </p:cNvPr>
          <p:cNvGrpSpPr/>
          <p:nvPr/>
        </p:nvGrpSpPr>
        <p:grpSpPr>
          <a:xfrm>
            <a:off x="4553917" y="3044490"/>
            <a:ext cx="2886942" cy="2886942"/>
            <a:chOff x="4553917" y="3044490"/>
            <a:chExt cx="2886942" cy="2886942"/>
          </a:xfrm>
        </p:grpSpPr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F19AFEE8-4345-452A-A8F8-B636D1585EFC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E55623E9-1CA1-4B38-9588-E638D00B74EF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2ADECE04-5743-426F-A5D3-E646CB500906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AFBB0A72-9A66-419D-856F-213B7610C350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2F919A3C-75BD-4D5B-A4F4-FC23A52CCAED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DD00835C-17C3-4AD1-B702-D70B5DA37F6F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A37A32BC-3D3F-44E8-A69C-DEB99B695E11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4B92896C-C07E-46AA-9EB6-3AF0D23F370D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" name="流程图: 接点 22">
            <a:extLst>
              <a:ext uri="{FF2B5EF4-FFF2-40B4-BE49-F238E27FC236}">
                <a16:creationId xmlns:a16="http://schemas.microsoft.com/office/drawing/2014/main" id="{2C0DE269-E692-4100-B7AA-07E13B5C1C79}"/>
              </a:ext>
            </a:extLst>
          </p:cNvPr>
          <p:cNvSpPr/>
          <p:nvPr/>
        </p:nvSpPr>
        <p:spPr>
          <a:xfrm>
            <a:off x="5261236" y="3801014"/>
            <a:ext cx="1420160" cy="1365119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12002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0" dur="500" fill="hold"/>
                                        <p:tgtEl>
                                          <p:spTgt spid="23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2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23" grpId="2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6B4946-0417-4619-A42E-737B5532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F22D21D-AEEA-47F5-821C-8DA8F1E1B5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7. </a:t>
            </a:r>
            <a:r>
              <a:rPr lang="zh-CN" altLang="en-US" dirty="0"/>
              <a:t>内圈动画刷，刷给外圈</a:t>
            </a:r>
            <a:endParaRPr lang="en-US" altLang="zh-CN" dirty="0"/>
          </a:p>
          <a:p>
            <a:r>
              <a:rPr lang="en-US" altLang="zh-CN" dirty="0"/>
              <a:t>8. </a:t>
            </a:r>
            <a:r>
              <a:rPr lang="zh-CN" altLang="en-US" dirty="0"/>
              <a:t>组合三淡化修改成形状，然后时间缩短为</a:t>
            </a:r>
            <a:r>
              <a:rPr lang="en-US" altLang="zh-CN" dirty="0"/>
              <a:t>0.5</a:t>
            </a:r>
            <a:r>
              <a:rPr lang="zh-CN" altLang="en-US" dirty="0"/>
              <a:t>秒</a:t>
            </a:r>
            <a:r>
              <a:rPr lang="en-US" altLang="zh-CN" dirty="0"/>
              <a:t>+</a:t>
            </a:r>
            <a:r>
              <a:rPr lang="zh-CN" altLang="en-US" dirty="0"/>
              <a:t>延迟</a:t>
            </a:r>
            <a:r>
              <a:rPr lang="en-US" altLang="zh-CN" dirty="0"/>
              <a:t>0.25</a:t>
            </a:r>
            <a:r>
              <a:rPr lang="zh-CN" altLang="en-US" dirty="0"/>
              <a:t>秒</a:t>
            </a:r>
            <a:endParaRPr lang="en-US" altLang="zh-CN" dirty="0"/>
          </a:p>
          <a:p>
            <a:endParaRPr lang="zh-CN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7592F383-C0A4-499F-8456-D54897372F77}"/>
              </a:ext>
            </a:extLst>
          </p:cNvPr>
          <p:cNvGrpSpPr/>
          <p:nvPr/>
        </p:nvGrpSpPr>
        <p:grpSpPr>
          <a:xfrm>
            <a:off x="4553917" y="3044490"/>
            <a:ext cx="2886942" cy="2886942"/>
            <a:chOff x="4553917" y="3044490"/>
            <a:chExt cx="2886942" cy="2886942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D9F689F3-2527-47D8-A75E-56571D7F98DA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3B82CD23-2DA1-48D8-8226-538972A2553E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95F18CD6-0E59-409E-8A9A-DD4B3D2DE694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D6C3C0A4-3EAE-442B-8057-38E633750F27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74C2827F-A084-4941-80A6-ECBC0027EFFA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BC1BC0A8-7F24-431D-BDEC-3536EC2C6AC2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0C1EB937-9D53-4D67-AA15-BFE9E232A0DC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76809D2A-E103-442B-AC58-29BD62E5C54C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" name="流程图: 接点 12">
            <a:extLst>
              <a:ext uri="{FF2B5EF4-FFF2-40B4-BE49-F238E27FC236}">
                <a16:creationId xmlns:a16="http://schemas.microsoft.com/office/drawing/2014/main" id="{A3EF9A8F-DDF5-4741-8EB2-CAFE9C4380A8}"/>
              </a:ext>
            </a:extLst>
          </p:cNvPr>
          <p:cNvSpPr/>
          <p:nvPr/>
        </p:nvSpPr>
        <p:spPr>
          <a:xfrm>
            <a:off x="5261236" y="3801014"/>
            <a:ext cx="1420160" cy="1365119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06427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0" dur="500" fill="hold"/>
                                        <p:tgtEl>
                                          <p:spTgt spid="13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2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6" presetClass="emph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6" presetClass="exit" presetSubtype="32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3" grpId="2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BD2E4C-11EB-4F8B-AB01-E201CF945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4. </a:t>
            </a:r>
            <a:r>
              <a:rPr lang="zh-CN" altLang="en-US" dirty="0"/>
              <a:t>做一个</a:t>
            </a:r>
            <a:r>
              <a:rPr lang="en-US" altLang="zh-CN" dirty="0"/>
              <a:t>MG</a:t>
            </a:r>
            <a:r>
              <a:rPr lang="zh-CN" altLang="en-US" dirty="0"/>
              <a:t>动画片头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D3849D7-F7E9-4CA5-A75A-0BEEDDE61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072970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1A4AAC-A44C-430A-9065-01280C723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B7FD38-ABFA-4845-B48F-68C5AC871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小球飞入，方向向下，效果选项，平滑开始</a:t>
            </a:r>
            <a:r>
              <a:rPr lang="en-US" altLang="zh-CN" dirty="0"/>
              <a:t>0.5</a:t>
            </a:r>
            <a:r>
              <a:rPr lang="zh-CN" altLang="en-US" dirty="0"/>
              <a:t>秒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添加动画，直线，路径向上，持续时间</a:t>
            </a:r>
            <a:r>
              <a:rPr lang="en-US" altLang="zh-CN" dirty="0"/>
              <a:t>0.5</a:t>
            </a:r>
            <a:r>
              <a:rPr lang="zh-CN" altLang="en-US" dirty="0"/>
              <a:t>秒，延迟</a:t>
            </a:r>
            <a:r>
              <a:rPr lang="en-US" altLang="zh-CN" dirty="0"/>
              <a:t>0.5</a:t>
            </a:r>
            <a:r>
              <a:rPr lang="zh-CN" altLang="en-US" dirty="0"/>
              <a:t>秒，</a:t>
            </a:r>
            <a:r>
              <a:rPr lang="en-US" altLang="zh-CN" dirty="0"/>
              <a:t>0.25</a:t>
            </a:r>
            <a:r>
              <a:rPr lang="zh-CN" altLang="en-US" dirty="0"/>
              <a:t>秒弹跳结束</a:t>
            </a:r>
            <a:endParaRPr lang="en-US" altLang="zh-CN" dirty="0"/>
          </a:p>
          <a:p>
            <a:r>
              <a:rPr lang="en-US" altLang="zh-CN" dirty="0"/>
              <a:t>3. </a:t>
            </a:r>
            <a:r>
              <a:rPr lang="zh-CN" altLang="en-US" dirty="0"/>
              <a:t>添加放大缩小，小球盖住整个画面，延迟</a:t>
            </a:r>
            <a:r>
              <a:rPr lang="en-US" altLang="zh-CN" dirty="0"/>
              <a:t>1</a:t>
            </a:r>
            <a:r>
              <a:rPr lang="zh-CN" altLang="en-US" dirty="0"/>
              <a:t>秒，持续时间</a:t>
            </a:r>
            <a:r>
              <a:rPr lang="en-US" altLang="zh-CN" dirty="0"/>
              <a:t>0.25</a:t>
            </a:r>
            <a:r>
              <a:rPr lang="zh-CN" altLang="en-US" dirty="0"/>
              <a:t>秒，放大</a:t>
            </a:r>
            <a:r>
              <a:rPr lang="en-US" altLang="zh-CN" dirty="0"/>
              <a:t>4000</a:t>
            </a:r>
            <a:endParaRPr lang="zh-CN" altLang="en-US" dirty="0"/>
          </a:p>
        </p:txBody>
      </p:sp>
      <p:sp>
        <p:nvSpPr>
          <p:cNvPr id="4" name="流程图: 接点 3">
            <a:extLst>
              <a:ext uri="{FF2B5EF4-FFF2-40B4-BE49-F238E27FC236}">
                <a16:creationId xmlns:a16="http://schemas.microsoft.com/office/drawing/2014/main" id="{DD44DB26-FB19-46EF-A042-DBB532CD0D1D}"/>
              </a:ext>
            </a:extLst>
          </p:cNvPr>
          <p:cNvSpPr/>
          <p:nvPr/>
        </p:nvSpPr>
        <p:spPr>
          <a:xfrm>
            <a:off x="5271030" y="4787016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7218169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4" presetClass="path" presetSubtype="0" fill="hold" grpId="1" nodeType="with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-2.08333E-7 4.44444E-6 L 0.00039 -0.19514 " pathEditMode="relative" rAng="0" ptsTypes="AA" p14:bounceEnd="50000">
                                          <p:cBhvr>
                                            <p:cTn id="10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12" dur="300" fill="hold"/>
                                            <p:tgtEl>
                                              <p:spTgt spid="4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4" grpId="1" animBg="1"/>
          <p:bldP spid="4" grpId="2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4" presetClass="path" presetSubtype="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-2.08333E-7 4.44444E-6 L 0.00039 -0.19514 " pathEditMode="relative" rAng="0" ptsTypes="AA">
                                          <p:cBhvr>
                                            <p:cTn id="10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12" dur="300" fill="hold"/>
                                            <p:tgtEl>
                                              <p:spTgt spid="4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4" grpId="1" animBg="1"/>
          <p:bldP spid="4" grpId="2" animBg="1"/>
        </p:bldLst>
      </p:timing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1A4AAC-A44C-430A-9065-01280C723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B7FD38-ABFA-4845-B48F-68C5AC871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4. </a:t>
            </a:r>
            <a:r>
              <a:rPr lang="zh-CN" altLang="en-US" dirty="0"/>
              <a:t>底部进入动画，进入擦除，方向从上往下</a:t>
            </a:r>
            <a:endParaRPr lang="en-US" altLang="zh-CN" dirty="0"/>
          </a:p>
          <a:p>
            <a:r>
              <a:rPr lang="en-US" altLang="zh-CN" dirty="0"/>
              <a:t>5. </a:t>
            </a:r>
            <a:r>
              <a:rPr lang="zh-CN" altLang="en-US" dirty="0"/>
              <a:t>底部添加动画，直线</a:t>
            </a:r>
            <a:r>
              <a:rPr lang="en-US" altLang="zh-CN" dirty="0"/>
              <a:t> </a:t>
            </a:r>
            <a:r>
              <a:rPr lang="zh-CN" altLang="en-US" dirty="0"/>
              <a:t>，方向向下，拿掉平滑开始和平滑结束</a:t>
            </a:r>
            <a:endParaRPr lang="en-US" altLang="zh-CN" dirty="0"/>
          </a:p>
          <a:p>
            <a:r>
              <a:rPr lang="en-US" altLang="zh-CN" dirty="0"/>
              <a:t>6. </a:t>
            </a:r>
            <a:r>
              <a:rPr lang="zh-CN" altLang="en-US" dirty="0"/>
              <a:t>底部添加动画，退出擦除，方向向下</a:t>
            </a:r>
            <a:endParaRPr lang="en-US" altLang="zh-CN" dirty="0"/>
          </a:p>
          <a:p>
            <a:r>
              <a:rPr lang="zh-CN" altLang="en-US" dirty="0"/>
              <a:t>都持续</a:t>
            </a:r>
            <a:r>
              <a:rPr lang="en-US" altLang="zh-CN" dirty="0"/>
              <a:t>0.25</a:t>
            </a:r>
            <a:r>
              <a:rPr lang="zh-CN" altLang="en-US" dirty="0"/>
              <a:t>秒，都延迟</a:t>
            </a:r>
            <a:r>
              <a:rPr lang="en-US" altLang="zh-CN" dirty="0"/>
              <a:t>0.6</a:t>
            </a:r>
            <a:r>
              <a:rPr lang="zh-CN" altLang="en-US" dirty="0"/>
              <a:t>秒</a:t>
            </a: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BC08B03-F387-4242-BB16-DDACC3B7D901}"/>
              </a:ext>
            </a:extLst>
          </p:cNvPr>
          <p:cNvCxnSpPr>
            <a:cxnSpLocks/>
          </p:cNvCxnSpPr>
          <p:nvPr/>
        </p:nvCxnSpPr>
        <p:spPr>
          <a:xfrm rot="7260000">
            <a:off x="5897797" y="5594585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F8BB144-7FC8-48B5-8D7B-1722F162CE81}"/>
              </a:ext>
            </a:extLst>
          </p:cNvPr>
          <p:cNvCxnSpPr>
            <a:cxnSpLocks/>
          </p:cNvCxnSpPr>
          <p:nvPr/>
        </p:nvCxnSpPr>
        <p:spPr>
          <a:xfrm rot="9060000">
            <a:off x="5617635" y="5865134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C9AEBCA-9142-49DE-A523-B76F7BE8171D}"/>
              </a:ext>
            </a:extLst>
          </p:cNvPr>
          <p:cNvCxnSpPr>
            <a:cxnSpLocks/>
          </p:cNvCxnSpPr>
          <p:nvPr/>
        </p:nvCxnSpPr>
        <p:spPr>
          <a:xfrm rot="10860000">
            <a:off x="5239734" y="5959356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F7DD6B80-676E-40E6-B36C-48B639880326}"/>
              </a:ext>
            </a:extLst>
          </p:cNvPr>
          <p:cNvCxnSpPr>
            <a:cxnSpLocks/>
          </p:cNvCxnSpPr>
          <p:nvPr/>
        </p:nvCxnSpPr>
        <p:spPr>
          <a:xfrm rot="12660000">
            <a:off x="4865350" y="5852003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E09662F-3101-4B05-8238-FE135F94C1E2}"/>
              </a:ext>
            </a:extLst>
          </p:cNvPr>
          <p:cNvCxnSpPr>
            <a:cxnSpLocks/>
          </p:cNvCxnSpPr>
          <p:nvPr/>
        </p:nvCxnSpPr>
        <p:spPr>
          <a:xfrm rot="14460000">
            <a:off x="4594801" y="5571841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3814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-3.95833E-6 -4.07407E-6 L 0.06485 0.07755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242" y="3866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22" presetClass="exit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-2.91667E-6 -3.33333E-6 L -0.07708 0.06667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854" y="3333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22" presetClass="exit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1.45833E-6 -4.07407E-6 L -0.03555 0.09653 " pathEditMode="relative" rAng="0" ptsTypes="AA">
                                      <p:cBhvr>
                                        <p:cTn id="25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84" y="4815"/>
                                    </p:animMotion>
                                  </p:childTnLst>
                                </p:cTn>
                              </p:par>
                              <p:par>
                                <p:cTn id="26" presetID="22" presetClass="exit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22" presetClass="entr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2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2.29167E-6 -4.81481E-6 L -0.00052 0.10394 " pathEditMode="relative" rAng="0" ptsTypes="AA">
                                      <p:cBhvr>
                                        <p:cTn id="33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5185"/>
                                    </p:animMotion>
                                  </p:childTnLst>
                                </p:cTn>
                              </p:par>
                              <p:par>
                                <p:cTn id="34" presetID="22" presetClass="exit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2.70833E-6 2.59259E-6 L 0.03502 0.10463 " pathEditMode="relative" rAng="0" ptsTypes="AA">
                                      <p:cBhvr>
                                        <p:cTn id="41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45" y="5231"/>
                                    </p:animMotion>
                                  </p:childTnLst>
                                </p:cTn>
                              </p:par>
                              <p:par>
                                <p:cTn id="42" presetID="22" presetClass="exit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E447EC-574F-4D76-BF21-ADFE126DE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C785D6-AF83-4FBA-A901-3FAAF35A3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整合效果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F3BA4EA-139B-4FE9-9F24-21AE97D9CC76}"/>
              </a:ext>
            </a:extLst>
          </p:cNvPr>
          <p:cNvCxnSpPr>
            <a:cxnSpLocks/>
          </p:cNvCxnSpPr>
          <p:nvPr/>
        </p:nvCxnSpPr>
        <p:spPr>
          <a:xfrm rot="7260000">
            <a:off x="5897797" y="5594585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D0FF6B8-8E2A-47EA-8B4B-6D228CB5D2A5}"/>
              </a:ext>
            </a:extLst>
          </p:cNvPr>
          <p:cNvCxnSpPr>
            <a:cxnSpLocks/>
          </p:cNvCxnSpPr>
          <p:nvPr/>
        </p:nvCxnSpPr>
        <p:spPr>
          <a:xfrm rot="9060000">
            <a:off x="5617635" y="5865134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13A8FE9-E36D-4FFA-B502-0DD84F0B1C01}"/>
              </a:ext>
            </a:extLst>
          </p:cNvPr>
          <p:cNvCxnSpPr>
            <a:cxnSpLocks/>
          </p:cNvCxnSpPr>
          <p:nvPr/>
        </p:nvCxnSpPr>
        <p:spPr>
          <a:xfrm rot="10860000">
            <a:off x="5239734" y="5959356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FD891FF-645F-4F07-AC9B-AC9576383D83}"/>
              </a:ext>
            </a:extLst>
          </p:cNvPr>
          <p:cNvCxnSpPr>
            <a:cxnSpLocks/>
          </p:cNvCxnSpPr>
          <p:nvPr/>
        </p:nvCxnSpPr>
        <p:spPr>
          <a:xfrm rot="12660000">
            <a:off x="4865350" y="5852003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59C5DD6-58F8-4A2D-8F91-E490AF3C2864}"/>
              </a:ext>
            </a:extLst>
          </p:cNvPr>
          <p:cNvCxnSpPr>
            <a:cxnSpLocks/>
          </p:cNvCxnSpPr>
          <p:nvPr/>
        </p:nvCxnSpPr>
        <p:spPr>
          <a:xfrm rot="14460000">
            <a:off x="4594801" y="5571841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流程图: 接点 8">
            <a:extLst>
              <a:ext uri="{FF2B5EF4-FFF2-40B4-BE49-F238E27FC236}">
                <a16:creationId xmlns:a16="http://schemas.microsoft.com/office/drawing/2014/main" id="{E63B39C7-5E9E-43AC-B136-4A24A82E320A}"/>
              </a:ext>
            </a:extLst>
          </p:cNvPr>
          <p:cNvSpPr/>
          <p:nvPr/>
        </p:nvSpPr>
        <p:spPr>
          <a:xfrm>
            <a:off x="4878726" y="4882882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5526547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 p14:bounceEnd="50000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</p:bldLst>
      </p:timing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373D41-82CA-46A0-BBB0-5F9E24E8D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9379126-BE17-4148-B7D2-E6A424A16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文字翻转式由远及近进入，持续时间</a:t>
            </a:r>
            <a:r>
              <a:rPr lang="en-US" altLang="zh-CN" dirty="0"/>
              <a:t>0.25</a:t>
            </a:r>
            <a:r>
              <a:rPr lang="zh-CN" altLang="en-US" dirty="0"/>
              <a:t>秒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文字添加放大缩小，放大尺寸</a:t>
            </a:r>
            <a:r>
              <a:rPr lang="en-US" altLang="zh-CN" dirty="0"/>
              <a:t>120</a:t>
            </a:r>
            <a:r>
              <a:rPr lang="zh-CN" altLang="en-US" dirty="0"/>
              <a:t>，且自动翻转，持续时间</a:t>
            </a:r>
            <a:r>
              <a:rPr lang="en-US" altLang="zh-CN" dirty="0"/>
              <a:t>0.25</a:t>
            </a:r>
            <a:r>
              <a:rPr lang="zh-CN" altLang="en-US" dirty="0"/>
              <a:t>秒，延迟时间</a:t>
            </a:r>
            <a:r>
              <a:rPr lang="en-US" altLang="zh-CN" dirty="0"/>
              <a:t>0.25</a:t>
            </a:r>
          </a:p>
          <a:p>
            <a:r>
              <a:rPr lang="en-US" altLang="zh-CN" dirty="0"/>
              <a:t>3. </a:t>
            </a:r>
            <a:r>
              <a:rPr lang="zh-CN" altLang="en-US" dirty="0"/>
              <a:t>向左直线，持续时间</a:t>
            </a:r>
            <a:r>
              <a:rPr lang="en-US" altLang="zh-CN" dirty="0"/>
              <a:t>1</a:t>
            </a:r>
            <a:r>
              <a:rPr lang="zh-CN" altLang="en-US" dirty="0"/>
              <a:t>秒，平滑开始</a:t>
            </a:r>
            <a:r>
              <a:rPr lang="en-US" altLang="zh-CN" dirty="0"/>
              <a:t>0.5</a:t>
            </a:r>
            <a:r>
              <a:rPr lang="zh-CN" altLang="en-US" dirty="0"/>
              <a:t>，平滑结束拿掉，弹跳结束</a:t>
            </a:r>
            <a:r>
              <a:rPr lang="en-US" altLang="zh-CN" dirty="0"/>
              <a:t>0.5</a:t>
            </a:r>
            <a:r>
              <a:rPr lang="zh-CN" altLang="en-US" dirty="0"/>
              <a:t>秒，延迟</a:t>
            </a:r>
            <a:r>
              <a:rPr lang="en-US" altLang="zh-CN" dirty="0"/>
              <a:t>0.5</a:t>
            </a:r>
            <a:r>
              <a:rPr lang="zh-CN" altLang="en-US" dirty="0"/>
              <a:t>秒</a:t>
            </a:r>
          </a:p>
        </p:txBody>
      </p:sp>
      <p:sp>
        <p:nvSpPr>
          <p:cNvPr id="24" name="流程图: 接点 23">
            <a:extLst>
              <a:ext uri="{FF2B5EF4-FFF2-40B4-BE49-F238E27FC236}">
                <a16:creationId xmlns:a16="http://schemas.microsoft.com/office/drawing/2014/main" id="{64E724B3-432A-4AF8-B4F1-2A86A5CB9BD1}"/>
              </a:ext>
            </a:extLst>
          </p:cNvPr>
          <p:cNvSpPr/>
          <p:nvPr/>
        </p:nvSpPr>
        <p:spPr>
          <a:xfrm>
            <a:off x="5799788" y="4001294"/>
            <a:ext cx="1847653" cy="1611983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400" dirty="0"/>
              <a:t>文字</a:t>
            </a:r>
          </a:p>
        </p:txBody>
      </p:sp>
    </p:spTree>
    <p:extLst>
      <p:ext uri="{BB962C8B-B14F-4D97-AF65-F5344CB8AC3E}">
        <p14:creationId xmlns:p14="http://schemas.microsoft.com/office/powerpoint/2010/main" val="18298613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31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" dur="25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" dur="25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" presetID="6" presetClass="emph" presetSubtype="0" autoRev="1" fill="hold" grpId="1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Scale>
                                          <p:cBhvr>
                                            <p:cTn id="12" dur="250" fill="hold"/>
                                            <p:tgtEl>
                                              <p:spTgt spid="2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3" presetID="35" presetClass="path" presetSubtype="0" accel="50000" fill="hold" grpId="2" nodeType="with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-2.29167E-6 4.07407E-6 L -0.17565 -0.00024 " pathEditMode="relative" rAng="0" ptsTypes="AA" p14:bounceEnd="50000">
                                          <p:cBhvr>
                                            <p:cTn id="14" dur="1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8789" y="-23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4" grpId="0" animBg="1"/>
          <p:bldP spid="24" grpId="1" animBg="1"/>
          <p:bldP spid="24" grpId="2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31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" dur="25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" dur="25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" presetID="6" presetClass="emph" presetSubtype="0" autoRev="1" fill="hold" grpId="1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Scale>
                                          <p:cBhvr>
                                            <p:cTn id="12" dur="250" fill="hold"/>
                                            <p:tgtEl>
                                              <p:spTgt spid="2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3" presetID="35" presetClass="path" presetSubtype="0" accel="50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-2.29167E-6 4.07407E-6 L -0.17565 -0.00024 " pathEditMode="relative" rAng="0" ptsTypes="AA">
                                          <p:cBhvr>
                                            <p:cTn id="14" dur="1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8789" y="-23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4" grpId="0" animBg="1"/>
          <p:bldP spid="24" grpId="1" animBg="1"/>
          <p:bldP spid="24" grpId="2" animBg="1"/>
        </p:bldLst>
      </p:timing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373D41-82CA-46A0-BBB0-5F9E24E8D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9379126-BE17-4148-B7D2-E6A424A16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4. </a:t>
            </a:r>
            <a:r>
              <a:rPr lang="zh-CN" altLang="en-US" dirty="0"/>
              <a:t>右边部分，更多进入效果，切入，自左侧，延迟</a:t>
            </a:r>
            <a:r>
              <a:rPr lang="en-US" altLang="zh-CN" dirty="0"/>
              <a:t>0.5</a:t>
            </a:r>
            <a:r>
              <a:rPr lang="zh-CN" altLang="en-US" dirty="0"/>
              <a:t>秒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26FDA48-B227-4ECE-89B6-73E176D5933C}"/>
              </a:ext>
            </a:extLst>
          </p:cNvPr>
          <p:cNvSpPr/>
          <p:nvPr/>
        </p:nvSpPr>
        <p:spPr>
          <a:xfrm>
            <a:off x="6627043" y="3544479"/>
            <a:ext cx="2714920" cy="15931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这里是详细的文字</a:t>
            </a:r>
          </a:p>
        </p:txBody>
      </p:sp>
    </p:spTree>
    <p:extLst>
      <p:ext uri="{BB962C8B-B14F-4D97-AF65-F5344CB8AC3E}">
        <p14:creationId xmlns:p14="http://schemas.microsoft.com/office/powerpoint/2010/main" val="2861545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FCAAC3-BB4C-4D35-820E-B291A3DAB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1C58C28-EBDF-4E42-8200-A4060A59CD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整合之后</a:t>
            </a:r>
          </a:p>
        </p:txBody>
      </p:sp>
      <p:sp>
        <p:nvSpPr>
          <p:cNvPr id="4" name="流程图: 接点 3">
            <a:extLst>
              <a:ext uri="{FF2B5EF4-FFF2-40B4-BE49-F238E27FC236}">
                <a16:creationId xmlns:a16="http://schemas.microsoft.com/office/drawing/2014/main" id="{D9A6F707-C47F-48DE-8775-3CAA2ABD4916}"/>
              </a:ext>
            </a:extLst>
          </p:cNvPr>
          <p:cNvSpPr/>
          <p:nvPr/>
        </p:nvSpPr>
        <p:spPr>
          <a:xfrm>
            <a:off x="4793948" y="2974854"/>
            <a:ext cx="1847653" cy="1611983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400" dirty="0"/>
              <a:t>文字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3A0CFF-AFFB-4CC5-80DF-E2349E861A0F}"/>
              </a:ext>
            </a:extLst>
          </p:cNvPr>
          <p:cNvSpPr/>
          <p:nvPr/>
        </p:nvSpPr>
        <p:spPr>
          <a:xfrm>
            <a:off x="6282780" y="2974854"/>
            <a:ext cx="2714920" cy="15931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这里是详细的文字</a:t>
            </a:r>
          </a:p>
        </p:txBody>
      </p:sp>
    </p:spTree>
    <p:extLst>
      <p:ext uri="{BB962C8B-B14F-4D97-AF65-F5344CB8AC3E}">
        <p14:creationId xmlns:p14="http://schemas.microsoft.com/office/powerpoint/2010/main" val="8890664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31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" dur="2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" dur="25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" presetID="6" presetClass="emph" presetSubtype="0" autoRev="1" fill="hold" grpId="1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Scale>
                                          <p:cBhvr>
                                            <p:cTn id="12" dur="250" fill="hold"/>
                                            <p:tgtEl>
                                              <p:spTgt spid="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3" presetID="35" presetClass="path" presetSubtype="0" accel="50000" fill="hold" grpId="2" nodeType="with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-4.16667E-7 2.59259E-6 L -0.11315 0.00578 " pathEditMode="relative" rAng="0" ptsTypes="AA" p14:bounceEnd="50000">
                                          <p:cBhvr>
                                            <p:cTn id="14" dur="1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5" presetID="12" presetClass="entr" presetSubtype="8" fill="hold" grpId="0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18" dur="25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4" grpId="1" animBg="1"/>
          <p:bldP spid="4" grpId="2" animBg="1"/>
          <p:bldP spid="5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31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" dur="2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" dur="25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" presetID="6" presetClass="emph" presetSubtype="0" autoRev="1" fill="hold" grpId="1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Scale>
                                          <p:cBhvr>
                                            <p:cTn id="12" dur="250" fill="hold"/>
                                            <p:tgtEl>
                                              <p:spTgt spid="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3" presetID="35" presetClass="path" presetSubtype="0" accel="50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-4.16667E-7 2.59259E-6 L -0.11315 0.00578 " pathEditMode="relative" rAng="0" ptsTypes="AA">
                                          <p:cBhvr>
                                            <p:cTn id="14" dur="1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5" presetID="12" presetClass="entr" presetSubtype="8" fill="hold" grpId="0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18" dur="25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4" grpId="1" animBg="1"/>
          <p:bldP spid="4" grpId="2" animBg="1"/>
          <p:bldP spid="5" grpId="0" animBg="1"/>
        </p:bldLst>
      </p:timing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4FBFF0-DF64-46A1-836E-83BAEAA7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3323D07-8928-4877-9A4A-BC4B1FEBC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整体合并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B906EEA-A35D-45DE-8F2A-651469F667AF}"/>
              </a:ext>
            </a:extLst>
          </p:cNvPr>
          <p:cNvCxnSpPr>
            <a:cxnSpLocks/>
          </p:cNvCxnSpPr>
          <p:nvPr/>
        </p:nvCxnSpPr>
        <p:spPr>
          <a:xfrm rot="7260000">
            <a:off x="5897797" y="5594585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BA9E895-C9F5-4AD8-B00A-30E4A1947AD5}"/>
              </a:ext>
            </a:extLst>
          </p:cNvPr>
          <p:cNvCxnSpPr>
            <a:cxnSpLocks/>
          </p:cNvCxnSpPr>
          <p:nvPr/>
        </p:nvCxnSpPr>
        <p:spPr>
          <a:xfrm rot="9060000">
            <a:off x="5617635" y="5865134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B3A2F59-5906-4942-B461-7657D1C37B18}"/>
              </a:ext>
            </a:extLst>
          </p:cNvPr>
          <p:cNvCxnSpPr>
            <a:cxnSpLocks/>
          </p:cNvCxnSpPr>
          <p:nvPr/>
        </p:nvCxnSpPr>
        <p:spPr>
          <a:xfrm rot="10860000">
            <a:off x="5239734" y="5959356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84154D0-D0B0-471D-A985-22CD6E4D61FF}"/>
              </a:ext>
            </a:extLst>
          </p:cNvPr>
          <p:cNvCxnSpPr>
            <a:cxnSpLocks/>
          </p:cNvCxnSpPr>
          <p:nvPr/>
        </p:nvCxnSpPr>
        <p:spPr>
          <a:xfrm rot="12660000">
            <a:off x="4865350" y="5852003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81768C6-2BB6-4A5C-9EB8-424B4406EF1C}"/>
              </a:ext>
            </a:extLst>
          </p:cNvPr>
          <p:cNvCxnSpPr>
            <a:cxnSpLocks/>
          </p:cNvCxnSpPr>
          <p:nvPr/>
        </p:nvCxnSpPr>
        <p:spPr>
          <a:xfrm rot="14460000">
            <a:off x="4594801" y="5571841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流程图: 接点 8">
            <a:extLst>
              <a:ext uri="{FF2B5EF4-FFF2-40B4-BE49-F238E27FC236}">
                <a16:creationId xmlns:a16="http://schemas.microsoft.com/office/drawing/2014/main" id="{9C991DAA-91CB-4114-8F33-89571D17E5D8}"/>
              </a:ext>
            </a:extLst>
          </p:cNvPr>
          <p:cNvSpPr/>
          <p:nvPr/>
        </p:nvSpPr>
        <p:spPr>
          <a:xfrm>
            <a:off x="4878726" y="4882882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CB19587-0989-4A8F-8A40-29A84AD7EE7C}"/>
              </a:ext>
            </a:extLst>
          </p:cNvPr>
          <p:cNvSpPr/>
          <p:nvPr/>
        </p:nvSpPr>
        <p:spPr>
          <a:xfrm>
            <a:off x="355600" y="-635000"/>
            <a:ext cx="6883400" cy="5207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文字出现在小球之后：按住</a:t>
            </a:r>
            <a:r>
              <a:rPr lang="en-US" altLang="zh-CN" dirty="0"/>
              <a:t>shift</a:t>
            </a:r>
            <a:r>
              <a:rPr lang="zh-CN" altLang="en-US" dirty="0"/>
              <a:t>，点击批量往上</a:t>
            </a:r>
            <a:r>
              <a:rPr lang="en-US" altLang="zh-CN" dirty="0"/>
              <a:t>^</a:t>
            </a:r>
            <a:r>
              <a:rPr lang="zh-CN" altLang="en-US" dirty="0"/>
              <a:t>，再批量往下</a:t>
            </a:r>
            <a:r>
              <a:rPr lang="en-US" altLang="zh-CN" dirty="0"/>
              <a:t>v</a:t>
            </a:r>
            <a:endParaRPr lang="zh-CN" altLang="en-US" dirty="0"/>
          </a:p>
        </p:txBody>
      </p:sp>
      <p:sp>
        <p:nvSpPr>
          <p:cNvPr id="11" name="流程图: 接点 10">
            <a:extLst>
              <a:ext uri="{FF2B5EF4-FFF2-40B4-BE49-F238E27FC236}">
                <a16:creationId xmlns:a16="http://schemas.microsoft.com/office/drawing/2014/main" id="{4701B375-57EA-455E-857A-98E3C4FCA7E8}"/>
              </a:ext>
            </a:extLst>
          </p:cNvPr>
          <p:cNvSpPr/>
          <p:nvPr/>
        </p:nvSpPr>
        <p:spPr>
          <a:xfrm>
            <a:off x="3904948" y="2813234"/>
            <a:ext cx="1847653" cy="1611983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400" dirty="0"/>
              <a:t>文字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33B537B-6A37-4AEF-98DC-E81B572C853D}"/>
              </a:ext>
            </a:extLst>
          </p:cNvPr>
          <p:cNvSpPr/>
          <p:nvPr/>
        </p:nvSpPr>
        <p:spPr>
          <a:xfrm>
            <a:off x="5393780" y="2813234"/>
            <a:ext cx="2714920" cy="15931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这里是详细的文字</a:t>
            </a:r>
          </a:p>
        </p:txBody>
      </p:sp>
    </p:spTree>
    <p:extLst>
      <p:ext uri="{BB962C8B-B14F-4D97-AF65-F5344CB8AC3E}">
        <p14:creationId xmlns:p14="http://schemas.microsoft.com/office/powerpoint/2010/main" val="11134872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 p14:bounceEnd="50000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53" presetID="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55" presetID="3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57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8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9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0" dur="25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1" presetID="6" presetClass="emph" presetSubtype="0" autoRev="1" fill="hold" grpId="1" nodeType="withEffect">
                                      <p:stCondLst>
                                        <p:cond delay="1750"/>
                                      </p:stCondLst>
                                      <p:childTnLst>
                                        <p:animScale>
                                          <p:cBhvr>
                                            <p:cTn id="62" dur="250" fill="hold"/>
                                            <p:tgtEl>
                                              <p:spTgt spid="11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63" presetID="35" presetClass="path" presetSubtype="0" accel="50000" fill="hold" grpId="2" nodeType="withEffect" p14:presetBounceEnd="50000">
                                      <p:stCondLst>
                                        <p:cond delay="2000"/>
                                      </p:stCondLst>
                                      <p:childTnLst>
                                        <p:animMotion origin="layout" path="M -3.75E-6 2.22222E-6 L -0.11315 0.00578 " pathEditMode="relative" rAng="0" ptsTypes="AA" p14:bounceEnd="50000">
                                          <p:cBhvr>
                                            <p:cTn id="64" dur="1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65" presetID="12" presetClass="entr" presetSubtype="8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250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68" dur="2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  <p:bldP spid="10" grpId="0" animBg="1"/>
          <p:bldP spid="11" grpId="0" animBg="1"/>
          <p:bldP spid="11" grpId="1" animBg="1"/>
          <p:bldP spid="11" grpId="2" animBg="1"/>
          <p:bldP spid="12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53" presetID="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55" presetID="3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57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8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9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0" dur="25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1" presetID="6" presetClass="emph" presetSubtype="0" autoRev="1" fill="hold" grpId="1" nodeType="withEffect">
                                      <p:stCondLst>
                                        <p:cond delay="1750"/>
                                      </p:stCondLst>
                                      <p:childTnLst>
                                        <p:animScale>
                                          <p:cBhvr>
                                            <p:cTn id="62" dur="250" fill="hold"/>
                                            <p:tgtEl>
                                              <p:spTgt spid="11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63" presetID="35" presetClass="path" presetSubtype="0" accel="50000" fill="hold" grpId="2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animMotion origin="layout" path="M -3.75E-6 2.22222E-6 L -0.11315 0.00578 " pathEditMode="relative" rAng="0" ptsTypes="AA">
                                          <p:cBhvr>
                                            <p:cTn id="64" dur="1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65" presetID="12" presetClass="entr" presetSubtype="8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250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68" dur="2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  <p:bldP spid="10" grpId="0" animBg="1"/>
          <p:bldP spid="11" grpId="0" animBg="1"/>
          <p:bldP spid="11" grpId="1" animBg="1"/>
          <p:bldP spid="11" grpId="2" animBg="1"/>
          <p:bldP spid="12" grpId="0" animBg="1"/>
        </p:bldLst>
      </p:timing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4FBFF0-DF64-46A1-836E-83BAEAA7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3323D07-8928-4877-9A4A-BC4B1FEBC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整体合并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B906EEA-A35D-45DE-8F2A-651469F667AF}"/>
              </a:ext>
            </a:extLst>
          </p:cNvPr>
          <p:cNvCxnSpPr>
            <a:cxnSpLocks/>
          </p:cNvCxnSpPr>
          <p:nvPr/>
        </p:nvCxnSpPr>
        <p:spPr>
          <a:xfrm rot="7260000">
            <a:off x="5897797" y="5594585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BA9E895-C9F5-4AD8-B00A-30E4A1947AD5}"/>
              </a:ext>
            </a:extLst>
          </p:cNvPr>
          <p:cNvCxnSpPr>
            <a:cxnSpLocks/>
          </p:cNvCxnSpPr>
          <p:nvPr/>
        </p:nvCxnSpPr>
        <p:spPr>
          <a:xfrm rot="9060000">
            <a:off x="5617635" y="5865134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B3A2F59-5906-4942-B461-7657D1C37B18}"/>
              </a:ext>
            </a:extLst>
          </p:cNvPr>
          <p:cNvCxnSpPr>
            <a:cxnSpLocks/>
          </p:cNvCxnSpPr>
          <p:nvPr/>
        </p:nvCxnSpPr>
        <p:spPr>
          <a:xfrm rot="10860000">
            <a:off x="5239734" y="5959356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84154D0-D0B0-471D-A985-22CD6E4D61FF}"/>
              </a:ext>
            </a:extLst>
          </p:cNvPr>
          <p:cNvCxnSpPr>
            <a:cxnSpLocks/>
          </p:cNvCxnSpPr>
          <p:nvPr/>
        </p:nvCxnSpPr>
        <p:spPr>
          <a:xfrm rot="12660000">
            <a:off x="4865350" y="5852003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81768C6-2BB6-4A5C-9EB8-424B4406EF1C}"/>
              </a:ext>
            </a:extLst>
          </p:cNvPr>
          <p:cNvCxnSpPr>
            <a:cxnSpLocks/>
          </p:cNvCxnSpPr>
          <p:nvPr/>
        </p:nvCxnSpPr>
        <p:spPr>
          <a:xfrm rot="14460000">
            <a:off x="4594801" y="5571841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流程图: 接点 8">
            <a:extLst>
              <a:ext uri="{FF2B5EF4-FFF2-40B4-BE49-F238E27FC236}">
                <a16:creationId xmlns:a16="http://schemas.microsoft.com/office/drawing/2014/main" id="{9C991DAA-91CB-4114-8F33-89571D17E5D8}"/>
              </a:ext>
            </a:extLst>
          </p:cNvPr>
          <p:cNvSpPr/>
          <p:nvPr/>
        </p:nvSpPr>
        <p:spPr>
          <a:xfrm>
            <a:off x="4878726" y="4882882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/>
          </a:p>
        </p:txBody>
      </p:sp>
      <p:sp>
        <p:nvSpPr>
          <p:cNvPr id="11" name="流程图: 接点 10">
            <a:extLst>
              <a:ext uri="{FF2B5EF4-FFF2-40B4-BE49-F238E27FC236}">
                <a16:creationId xmlns:a16="http://schemas.microsoft.com/office/drawing/2014/main" id="{4701B375-57EA-455E-857A-98E3C4FCA7E8}"/>
              </a:ext>
            </a:extLst>
          </p:cNvPr>
          <p:cNvSpPr/>
          <p:nvPr/>
        </p:nvSpPr>
        <p:spPr>
          <a:xfrm>
            <a:off x="3904948" y="2813234"/>
            <a:ext cx="1847653" cy="1611983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400" dirty="0"/>
              <a:t>文字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33B537B-6A37-4AEF-98DC-E81B572C853D}"/>
              </a:ext>
            </a:extLst>
          </p:cNvPr>
          <p:cNvSpPr/>
          <p:nvPr/>
        </p:nvSpPr>
        <p:spPr>
          <a:xfrm>
            <a:off x="5393780" y="2813234"/>
            <a:ext cx="2714920" cy="15931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这里是详细的文字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A21A820-BA4F-447F-9128-69D810857559}"/>
              </a:ext>
            </a:extLst>
          </p:cNvPr>
          <p:cNvSpPr/>
          <p:nvPr/>
        </p:nvSpPr>
        <p:spPr>
          <a:xfrm>
            <a:off x="419100" y="-596900"/>
            <a:ext cx="8940800" cy="5043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装饰出现的时间控制：</a:t>
            </a:r>
            <a:r>
              <a:rPr lang="en-US" altLang="zh-CN" dirty="0"/>
              <a:t>control</a:t>
            </a:r>
            <a:r>
              <a:rPr lang="zh-CN" altLang="en-US" dirty="0"/>
              <a:t>全选，然后按住</a:t>
            </a:r>
            <a:r>
              <a:rPr lang="en-US" altLang="zh-CN" dirty="0"/>
              <a:t>shift</a:t>
            </a:r>
            <a:r>
              <a:rPr lang="zh-CN" altLang="en-US" dirty="0"/>
              <a:t>，点击批量往上</a:t>
            </a:r>
            <a:r>
              <a:rPr lang="en-US" altLang="zh-CN" dirty="0"/>
              <a:t>^</a:t>
            </a:r>
            <a:r>
              <a:rPr lang="zh-CN" altLang="en-US" dirty="0"/>
              <a:t>，再批量往下</a:t>
            </a:r>
            <a:r>
              <a:rPr lang="en-US" altLang="zh-CN" dirty="0"/>
              <a:t>v</a:t>
            </a:r>
            <a:endParaRPr lang="zh-CN" altLang="en-US" dirty="0"/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6E85B59F-A76B-4EF4-A422-BD88747697E1}"/>
              </a:ext>
            </a:extLst>
          </p:cNvPr>
          <p:cNvGrpSpPr/>
          <p:nvPr/>
        </p:nvGrpSpPr>
        <p:grpSpPr>
          <a:xfrm>
            <a:off x="3568844" y="2161896"/>
            <a:ext cx="3916983" cy="3902410"/>
            <a:chOff x="4553917" y="3044490"/>
            <a:chExt cx="2886942" cy="2886942"/>
          </a:xfrm>
        </p:grpSpPr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74608163-4AAE-479F-9C62-CD02D67E106D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9E52096-CF7B-4A8A-A710-8E5B2205D7ED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70F87B62-EFF6-4AF6-BD8C-0E121B25DF36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32C35C18-B3CA-4A94-BEC8-1547395EDB7A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8FB20C31-6448-4ED2-AF26-BF630D2E64B9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E9CEE0A9-864C-4630-B2A4-FD38E99ACC38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2450BD61-FF4A-4C57-9836-A865CBA8A99B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546C545D-D656-4786-9F98-1D2712ADD822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" name="流程图: 接点 22">
            <a:extLst>
              <a:ext uri="{FF2B5EF4-FFF2-40B4-BE49-F238E27FC236}">
                <a16:creationId xmlns:a16="http://schemas.microsoft.com/office/drawing/2014/main" id="{1FB8DC1F-E349-443C-B34D-D3DFED00578E}"/>
              </a:ext>
            </a:extLst>
          </p:cNvPr>
          <p:cNvSpPr/>
          <p:nvPr/>
        </p:nvSpPr>
        <p:spPr>
          <a:xfrm>
            <a:off x="4276163" y="2918420"/>
            <a:ext cx="1926863" cy="1845293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596606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 p14:bounceEnd="50000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53" presetID="3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55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6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7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8" dur="25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6" presetClass="emph" presetSubtype="0" autoRev="1" fill="hold" grpId="1" nodeType="withEffect">
                                      <p:stCondLst>
                                        <p:cond delay="1750"/>
                                      </p:stCondLst>
                                      <p:childTnLst>
                                        <p:animScale>
                                          <p:cBhvr>
                                            <p:cTn id="60" dur="250" fill="hold"/>
                                            <p:tgtEl>
                                              <p:spTgt spid="11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61" presetID="35" presetClass="path" presetSubtype="0" accel="50000" fill="hold" grpId="2" nodeType="withEffect" p14:presetBounceEnd="50000">
                                      <p:stCondLst>
                                        <p:cond delay="2000"/>
                                      </p:stCondLst>
                                      <p:childTnLst>
                                        <p:animMotion origin="layout" path="M -3.75E-6 2.22222E-6 L -0.11315 0.00578 " pathEditMode="relative" rAng="0" ptsTypes="AA" p14:bounceEnd="50000">
                                          <p:cBhvr>
                                            <p:cTn id="62" dur="1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63" presetID="12" presetClass="entr" presetSubtype="8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250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66" dur="2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7" presetID="1" presetClass="entr" presetSubtype="0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69" presetID="23" presetClass="entr" presetSubtype="16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1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2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3" presetID="6" presetClass="emph" presetSubtype="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74" dur="500" fill="hold"/>
                                            <p:tgtEl>
                                              <p:spTgt spid="23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75" presetID="10" presetClass="exit" presetSubtype="0" fill="hold" grpId="2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76" dur="25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78" presetID="23" presetClass="entr" presetSubtype="16" fill="hold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7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80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1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2" presetID="6" presetClass="emph" presetSubtype="0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83" dur="500" fill="hold"/>
                                            <p:tgtEl>
                                              <p:spTgt spid="1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84" presetID="6" presetClass="exit" presetSubtype="32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85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  <p:bldP spid="11" grpId="0" animBg="1"/>
          <p:bldP spid="11" grpId="1" animBg="1"/>
          <p:bldP spid="11" grpId="2" animBg="1"/>
          <p:bldP spid="12" grpId="0" animBg="1"/>
          <p:bldP spid="13" grpId="0" animBg="1"/>
          <p:bldP spid="23" grpId="0" animBg="1"/>
          <p:bldP spid="23" grpId="1" animBg="1"/>
          <p:bldP spid="23" grpId="2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53" presetID="3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55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6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7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8" dur="25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6" presetClass="emph" presetSubtype="0" autoRev="1" fill="hold" grpId="1" nodeType="withEffect">
                                      <p:stCondLst>
                                        <p:cond delay="1750"/>
                                      </p:stCondLst>
                                      <p:childTnLst>
                                        <p:animScale>
                                          <p:cBhvr>
                                            <p:cTn id="60" dur="250" fill="hold"/>
                                            <p:tgtEl>
                                              <p:spTgt spid="11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61" presetID="35" presetClass="path" presetSubtype="0" accel="50000" fill="hold" grpId="2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animMotion origin="layout" path="M -3.75E-6 2.22222E-6 L -0.11315 0.00578 " pathEditMode="relative" rAng="0" ptsTypes="AA">
                                          <p:cBhvr>
                                            <p:cTn id="62" dur="1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63" presetID="12" presetClass="entr" presetSubtype="8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250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66" dur="2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7" presetID="1" presetClass="entr" presetSubtype="0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69" presetID="23" presetClass="entr" presetSubtype="16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1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2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3" presetID="6" presetClass="emph" presetSubtype="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74" dur="500" fill="hold"/>
                                            <p:tgtEl>
                                              <p:spTgt spid="23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75" presetID="10" presetClass="exit" presetSubtype="0" fill="hold" grpId="2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76" dur="25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78" presetID="23" presetClass="entr" presetSubtype="16" fill="hold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7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80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1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2" presetID="6" presetClass="emph" presetSubtype="0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83" dur="500" fill="hold"/>
                                            <p:tgtEl>
                                              <p:spTgt spid="1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84" presetID="6" presetClass="exit" presetSubtype="32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85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  <p:bldP spid="11" grpId="0" animBg="1"/>
          <p:bldP spid="11" grpId="1" animBg="1"/>
          <p:bldP spid="11" grpId="2" animBg="1"/>
          <p:bldP spid="12" grpId="0" animBg="1"/>
          <p:bldP spid="13" grpId="0" animBg="1"/>
          <p:bldP spid="23" grpId="0" animBg="1"/>
          <p:bldP spid="23" grpId="1" animBg="1"/>
          <p:bldP spid="23" grpId="2" animBg="1"/>
        </p:bldLst>
      </p:timing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4FBFF0-DF64-46A1-836E-83BAEAA7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3323D07-8928-4877-9A4A-BC4B1FEBC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整体合并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B906EEA-A35D-45DE-8F2A-651469F667AF}"/>
              </a:ext>
            </a:extLst>
          </p:cNvPr>
          <p:cNvCxnSpPr>
            <a:cxnSpLocks/>
          </p:cNvCxnSpPr>
          <p:nvPr/>
        </p:nvCxnSpPr>
        <p:spPr>
          <a:xfrm rot="7260000">
            <a:off x="5897797" y="5594585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BA9E895-C9F5-4AD8-B00A-30E4A1947AD5}"/>
              </a:ext>
            </a:extLst>
          </p:cNvPr>
          <p:cNvCxnSpPr>
            <a:cxnSpLocks/>
          </p:cNvCxnSpPr>
          <p:nvPr/>
        </p:nvCxnSpPr>
        <p:spPr>
          <a:xfrm rot="9060000">
            <a:off x="5617635" y="5865134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B3A2F59-5906-4942-B461-7657D1C37B18}"/>
              </a:ext>
            </a:extLst>
          </p:cNvPr>
          <p:cNvCxnSpPr>
            <a:cxnSpLocks/>
          </p:cNvCxnSpPr>
          <p:nvPr/>
        </p:nvCxnSpPr>
        <p:spPr>
          <a:xfrm rot="10860000">
            <a:off x="5239734" y="5959356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84154D0-D0B0-471D-A985-22CD6E4D61FF}"/>
              </a:ext>
            </a:extLst>
          </p:cNvPr>
          <p:cNvCxnSpPr>
            <a:cxnSpLocks/>
          </p:cNvCxnSpPr>
          <p:nvPr/>
        </p:nvCxnSpPr>
        <p:spPr>
          <a:xfrm rot="12660000">
            <a:off x="4865350" y="5852003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81768C6-2BB6-4A5C-9EB8-424B4406EF1C}"/>
              </a:ext>
            </a:extLst>
          </p:cNvPr>
          <p:cNvCxnSpPr>
            <a:cxnSpLocks/>
          </p:cNvCxnSpPr>
          <p:nvPr/>
        </p:nvCxnSpPr>
        <p:spPr>
          <a:xfrm rot="14460000">
            <a:off x="4594801" y="5571841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流程图: 接点 8">
            <a:extLst>
              <a:ext uri="{FF2B5EF4-FFF2-40B4-BE49-F238E27FC236}">
                <a16:creationId xmlns:a16="http://schemas.microsoft.com/office/drawing/2014/main" id="{9C991DAA-91CB-4114-8F33-89571D17E5D8}"/>
              </a:ext>
            </a:extLst>
          </p:cNvPr>
          <p:cNvSpPr/>
          <p:nvPr/>
        </p:nvSpPr>
        <p:spPr>
          <a:xfrm>
            <a:off x="4878726" y="4882882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/>
          </a:p>
        </p:txBody>
      </p:sp>
      <p:sp>
        <p:nvSpPr>
          <p:cNvPr id="11" name="流程图: 接点 10">
            <a:extLst>
              <a:ext uri="{FF2B5EF4-FFF2-40B4-BE49-F238E27FC236}">
                <a16:creationId xmlns:a16="http://schemas.microsoft.com/office/drawing/2014/main" id="{4701B375-57EA-455E-857A-98E3C4FCA7E8}"/>
              </a:ext>
            </a:extLst>
          </p:cNvPr>
          <p:cNvSpPr/>
          <p:nvPr/>
        </p:nvSpPr>
        <p:spPr>
          <a:xfrm>
            <a:off x="3904948" y="2813234"/>
            <a:ext cx="1847653" cy="1611983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400" dirty="0"/>
              <a:t>文字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33B537B-6A37-4AEF-98DC-E81B572C853D}"/>
              </a:ext>
            </a:extLst>
          </p:cNvPr>
          <p:cNvSpPr/>
          <p:nvPr/>
        </p:nvSpPr>
        <p:spPr>
          <a:xfrm>
            <a:off x="5393780" y="2813234"/>
            <a:ext cx="2714920" cy="15931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这里是详细的文字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6E85B59F-A76B-4EF4-A422-BD88747697E1}"/>
              </a:ext>
            </a:extLst>
          </p:cNvPr>
          <p:cNvGrpSpPr/>
          <p:nvPr/>
        </p:nvGrpSpPr>
        <p:grpSpPr>
          <a:xfrm>
            <a:off x="3568844" y="2161896"/>
            <a:ext cx="3916983" cy="3902410"/>
            <a:chOff x="4553917" y="3044490"/>
            <a:chExt cx="2886942" cy="2886942"/>
          </a:xfrm>
        </p:grpSpPr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74608163-4AAE-479F-9C62-CD02D67E106D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9E52096-CF7B-4A8A-A710-8E5B2205D7ED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70F87B62-EFF6-4AF6-BD8C-0E121B25DF36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32C35C18-B3CA-4A94-BEC8-1547395EDB7A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8FB20C31-6448-4ED2-AF26-BF630D2E64B9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E9CEE0A9-864C-4630-B2A4-FD38E99ACC38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2450BD61-FF4A-4C57-9836-A865CBA8A99B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546C545D-D656-4786-9F98-1D2712ADD822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" name="流程图: 接点 22">
            <a:extLst>
              <a:ext uri="{FF2B5EF4-FFF2-40B4-BE49-F238E27FC236}">
                <a16:creationId xmlns:a16="http://schemas.microsoft.com/office/drawing/2014/main" id="{1FB8DC1F-E349-443C-B34D-D3DFED00578E}"/>
              </a:ext>
            </a:extLst>
          </p:cNvPr>
          <p:cNvSpPr/>
          <p:nvPr/>
        </p:nvSpPr>
        <p:spPr>
          <a:xfrm>
            <a:off x="4276163" y="2918420"/>
            <a:ext cx="1926863" cy="1845293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5DC7D71-1D01-4427-862C-28EAA7604A79}"/>
              </a:ext>
            </a:extLst>
          </p:cNvPr>
          <p:cNvSpPr/>
          <p:nvPr/>
        </p:nvSpPr>
        <p:spPr>
          <a:xfrm>
            <a:off x="381000" y="-508000"/>
            <a:ext cx="2565400" cy="3429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控制时间</a:t>
            </a:r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C82D5B0A-975C-4A0B-84B6-A0AD5EED1AF9}"/>
              </a:ext>
            </a:extLst>
          </p:cNvPr>
          <p:cNvGrpSpPr/>
          <p:nvPr/>
        </p:nvGrpSpPr>
        <p:grpSpPr>
          <a:xfrm>
            <a:off x="8946954" y="2309852"/>
            <a:ext cx="1006763" cy="1006764"/>
            <a:chOff x="4882925" y="3523671"/>
            <a:chExt cx="1006763" cy="1006764"/>
          </a:xfrm>
        </p:grpSpPr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521AF93E-51F3-4F02-A6EC-1CBFE08B2524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8C59588D-052B-468D-8A84-263361621BF4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BF0F1C6F-64D5-4712-81C1-433B9D48D3EB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9BB0D4A7-636A-4AC9-9A34-606FDC3B5303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17BBE778-56B3-44F7-B3C2-BBB607C4AC7E}"/>
              </a:ext>
            </a:extLst>
          </p:cNvPr>
          <p:cNvGrpSpPr/>
          <p:nvPr/>
        </p:nvGrpSpPr>
        <p:grpSpPr>
          <a:xfrm>
            <a:off x="8395978" y="4850891"/>
            <a:ext cx="1006763" cy="1006764"/>
            <a:chOff x="4882925" y="3523671"/>
            <a:chExt cx="1006763" cy="1006764"/>
          </a:xfrm>
        </p:grpSpPr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ED4D19B0-684C-47B3-A7B5-4EFD1C8B1BAB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9E3A39E1-57B3-4F0A-B4AA-3A460431E3CD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28E4D07B-1B2B-4993-8A1F-02E810961EF4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306588D1-0278-402D-8E30-C9D832929F5F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07867AA1-6A3F-499B-86FB-08E9756D47B1}"/>
              </a:ext>
            </a:extLst>
          </p:cNvPr>
          <p:cNvGrpSpPr/>
          <p:nvPr/>
        </p:nvGrpSpPr>
        <p:grpSpPr>
          <a:xfrm>
            <a:off x="6630513" y="1335188"/>
            <a:ext cx="1006763" cy="1006764"/>
            <a:chOff x="4882925" y="3523671"/>
            <a:chExt cx="1006763" cy="1006764"/>
          </a:xfrm>
        </p:grpSpPr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E13BA41A-EF88-4DE6-89D3-17D3BC80EDBF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7879E5DC-7647-41D7-BECE-36EF85F6809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628C7533-6A79-4636-AC52-64395A8263FF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408BA647-C976-4BBC-8415-3198058128C3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95B65EC7-34DA-418B-A9E5-78632A95E51A}"/>
              </a:ext>
            </a:extLst>
          </p:cNvPr>
          <p:cNvGrpSpPr/>
          <p:nvPr/>
        </p:nvGrpSpPr>
        <p:grpSpPr>
          <a:xfrm>
            <a:off x="1835995" y="2559565"/>
            <a:ext cx="1006763" cy="1006764"/>
            <a:chOff x="4882925" y="3523671"/>
            <a:chExt cx="1006763" cy="1006764"/>
          </a:xfrm>
        </p:grpSpPr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A9257838-97D2-4391-BD16-A5DAA2D1086E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93CC9F87-A29B-4015-A47D-58A3FBEBDC2E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CCB44005-A5DC-48D2-A8ED-19D0CD43FE8A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078D9C9E-BFD7-4F8F-BAF4-86CD9FFA0207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E7F42DCF-E94E-4469-BFE4-89360F1EE17F}"/>
              </a:ext>
            </a:extLst>
          </p:cNvPr>
          <p:cNvGrpSpPr/>
          <p:nvPr/>
        </p:nvGrpSpPr>
        <p:grpSpPr>
          <a:xfrm>
            <a:off x="1683281" y="4878825"/>
            <a:ext cx="1006763" cy="1006764"/>
            <a:chOff x="4882925" y="3523671"/>
            <a:chExt cx="1006763" cy="1006764"/>
          </a:xfrm>
        </p:grpSpPr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524D6C3-0854-4958-9BAC-000FFB517860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8DD9834C-DB2F-414C-A048-B9A512ED238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0E8AFC48-99D5-4677-A88E-A7BD9330BF53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4CB790D8-2AE2-46C6-9551-44BDB8F95911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365779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 p14:bounceEnd="50000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53" presetID="3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55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6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7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8" dur="25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6" presetClass="emph" presetSubtype="0" autoRev="1" fill="hold" grpId="1" nodeType="withEffect">
                                      <p:stCondLst>
                                        <p:cond delay="1750"/>
                                      </p:stCondLst>
                                      <p:childTnLst>
                                        <p:animScale>
                                          <p:cBhvr>
                                            <p:cTn id="60" dur="250" fill="hold"/>
                                            <p:tgtEl>
                                              <p:spTgt spid="11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61" presetID="35" presetClass="path" presetSubtype="0" accel="50000" fill="hold" grpId="2" nodeType="withEffect" p14:presetBounceEnd="50000">
                                      <p:stCondLst>
                                        <p:cond delay="2000"/>
                                      </p:stCondLst>
                                      <p:childTnLst>
                                        <p:animMotion origin="layout" path="M -3.75E-6 2.22222E-6 L -0.11315 0.00578 " pathEditMode="relative" rAng="0" ptsTypes="AA" p14:bounceEnd="50000">
                                          <p:cBhvr>
                                            <p:cTn id="62" dur="1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63" presetID="12" presetClass="entr" presetSubtype="8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250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66" dur="2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7" presetID="23" presetClass="entr" presetSubtype="16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69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0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1" presetID="6" presetClass="emph" presetSubtype="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72" dur="500" fill="hold"/>
                                            <p:tgtEl>
                                              <p:spTgt spid="23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73" presetID="10" presetClass="exit" presetSubtype="0" fill="hold" grpId="2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74" dur="25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76" presetID="23" presetClass="entr" presetSubtype="16" fill="hold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8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9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6" presetClass="emph" presetSubtype="0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81" dur="500" fill="hold"/>
                                            <p:tgtEl>
                                              <p:spTgt spid="1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82" presetID="6" presetClass="exit" presetSubtype="32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83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8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85" presetID="23" presetClass="entr" presetSubtype="16" fill="hold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87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8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9" presetID="6" presetClass="exit" presetSubtype="32" fill="hold" nodeType="withEffect">
                                      <p:stCondLst>
                                        <p:cond delay="29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0" dur="3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2" presetID="23" presetClass="entr" presetSubtype="16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94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5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6" presetID="6" presetClass="exit" presetSubtype="32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7" dur="3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8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9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0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1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2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3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04" dur="3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05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06" presetID="23" presetClass="entr" presetSubtype="16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set>
                                          <p:cBhvr>
                                            <p:cTn id="10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8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9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6" presetClass="exit" presetSubtype="32" fill="hold" nodeType="withEffect">
                                      <p:stCondLst>
                                        <p:cond delay="29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11" dur="3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12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13" presetID="1" presetClass="entr" presetSubtype="0" fill="hold" grpId="0" nodeType="withEffect">
                                      <p:stCondLst>
                                        <p:cond delay="295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15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17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8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9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20" dur="3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  <p:bldP spid="11" grpId="0" animBg="1"/>
          <p:bldP spid="11" grpId="1" animBg="1"/>
          <p:bldP spid="11" grpId="2" animBg="1"/>
          <p:bldP spid="12" grpId="0" animBg="1"/>
          <p:bldP spid="23" grpId="0" animBg="1"/>
          <p:bldP spid="23" grpId="1" animBg="1"/>
          <p:bldP spid="23" grpId="2" animBg="1"/>
          <p:bldP spid="10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53" presetID="3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55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6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7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8" dur="25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6" presetClass="emph" presetSubtype="0" autoRev="1" fill="hold" grpId="1" nodeType="withEffect">
                                      <p:stCondLst>
                                        <p:cond delay="1750"/>
                                      </p:stCondLst>
                                      <p:childTnLst>
                                        <p:animScale>
                                          <p:cBhvr>
                                            <p:cTn id="60" dur="250" fill="hold"/>
                                            <p:tgtEl>
                                              <p:spTgt spid="11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61" presetID="35" presetClass="path" presetSubtype="0" accel="50000" fill="hold" grpId="2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animMotion origin="layout" path="M -3.75E-6 2.22222E-6 L -0.11315 0.00578 " pathEditMode="relative" rAng="0" ptsTypes="AA">
                                          <p:cBhvr>
                                            <p:cTn id="62" dur="1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63" presetID="12" presetClass="entr" presetSubtype="8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250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66" dur="2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7" presetID="23" presetClass="entr" presetSubtype="16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69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0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1" presetID="6" presetClass="emph" presetSubtype="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72" dur="500" fill="hold"/>
                                            <p:tgtEl>
                                              <p:spTgt spid="23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73" presetID="10" presetClass="exit" presetSubtype="0" fill="hold" grpId="2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74" dur="25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76" presetID="23" presetClass="entr" presetSubtype="16" fill="hold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8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9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6" presetClass="emph" presetSubtype="0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81" dur="500" fill="hold"/>
                                            <p:tgtEl>
                                              <p:spTgt spid="1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82" presetID="6" presetClass="exit" presetSubtype="32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83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8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85" presetID="23" presetClass="entr" presetSubtype="16" fill="hold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87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8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9" presetID="6" presetClass="exit" presetSubtype="32" fill="hold" nodeType="withEffect">
                                      <p:stCondLst>
                                        <p:cond delay="29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0" dur="3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2" presetID="23" presetClass="entr" presetSubtype="16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94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5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6" presetID="6" presetClass="exit" presetSubtype="32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7" dur="3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8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9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0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1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2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3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04" dur="3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05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06" presetID="23" presetClass="entr" presetSubtype="16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set>
                                          <p:cBhvr>
                                            <p:cTn id="10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8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9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6" presetClass="exit" presetSubtype="32" fill="hold" nodeType="withEffect">
                                      <p:stCondLst>
                                        <p:cond delay="29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11" dur="3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12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13" presetID="1" presetClass="entr" presetSubtype="0" fill="hold" grpId="0" nodeType="withEffect">
                                      <p:stCondLst>
                                        <p:cond delay="295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15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17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8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9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20" dur="3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  <p:bldP spid="11" grpId="0" animBg="1"/>
          <p:bldP spid="11" grpId="1" animBg="1"/>
          <p:bldP spid="11" grpId="2" animBg="1"/>
          <p:bldP spid="12" grpId="0" animBg="1"/>
          <p:bldP spid="23" grpId="0" animBg="1"/>
          <p:bldP spid="23" grpId="1" animBg="1"/>
          <p:bldP spid="23" grpId="2" animBg="1"/>
          <p:bldP spid="10" grpId="0" animBg="1"/>
        </p:bldLst>
      </p:timing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4FBFF0-DF64-46A1-836E-83BAEAA7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3323D07-8928-4877-9A4A-BC4B1FEBC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回缩时候：用球回缩，添加动画，更多退出效果，基本缩放，延迟</a:t>
            </a:r>
            <a:r>
              <a:rPr lang="en-US" altLang="zh-CN" dirty="0"/>
              <a:t>3</a:t>
            </a:r>
            <a:r>
              <a:rPr lang="zh-CN" altLang="en-US" dirty="0"/>
              <a:t>秒，持续</a:t>
            </a:r>
            <a:r>
              <a:rPr lang="en-US" altLang="zh-CN" dirty="0"/>
              <a:t>0.25</a:t>
            </a:r>
            <a:r>
              <a:rPr lang="zh-CN" altLang="en-US" dirty="0"/>
              <a:t>秒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B906EEA-A35D-45DE-8F2A-651469F667AF}"/>
              </a:ext>
            </a:extLst>
          </p:cNvPr>
          <p:cNvCxnSpPr>
            <a:cxnSpLocks/>
          </p:cNvCxnSpPr>
          <p:nvPr/>
        </p:nvCxnSpPr>
        <p:spPr>
          <a:xfrm rot="7260000">
            <a:off x="5897797" y="5594585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BA9E895-C9F5-4AD8-B00A-30E4A1947AD5}"/>
              </a:ext>
            </a:extLst>
          </p:cNvPr>
          <p:cNvCxnSpPr>
            <a:cxnSpLocks/>
          </p:cNvCxnSpPr>
          <p:nvPr/>
        </p:nvCxnSpPr>
        <p:spPr>
          <a:xfrm rot="9060000">
            <a:off x="5617635" y="5865134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B3A2F59-5906-4942-B461-7657D1C37B18}"/>
              </a:ext>
            </a:extLst>
          </p:cNvPr>
          <p:cNvCxnSpPr>
            <a:cxnSpLocks/>
          </p:cNvCxnSpPr>
          <p:nvPr/>
        </p:nvCxnSpPr>
        <p:spPr>
          <a:xfrm rot="10860000">
            <a:off x="5239734" y="5959356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84154D0-D0B0-471D-A985-22CD6E4D61FF}"/>
              </a:ext>
            </a:extLst>
          </p:cNvPr>
          <p:cNvCxnSpPr>
            <a:cxnSpLocks/>
          </p:cNvCxnSpPr>
          <p:nvPr/>
        </p:nvCxnSpPr>
        <p:spPr>
          <a:xfrm rot="12660000">
            <a:off x="4865350" y="5852003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81768C6-2BB6-4A5C-9EB8-424B4406EF1C}"/>
              </a:ext>
            </a:extLst>
          </p:cNvPr>
          <p:cNvCxnSpPr>
            <a:cxnSpLocks/>
          </p:cNvCxnSpPr>
          <p:nvPr/>
        </p:nvCxnSpPr>
        <p:spPr>
          <a:xfrm rot="14460000">
            <a:off x="4594801" y="5571841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流程图: 接点 8">
            <a:extLst>
              <a:ext uri="{FF2B5EF4-FFF2-40B4-BE49-F238E27FC236}">
                <a16:creationId xmlns:a16="http://schemas.microsoft.com/office/drawing/2014/main" id="{9C991DAA-91CB-4114-8F33-89571D17E5D8}"/>
              </a:ext>
            </a:extLst>
          </p:cNvPr>
          <p:cNvSpPr/>
          <p:nvPr/>
        </p:nvSpPr>
        <p:spPr>
          <a:xfrm>
            <a:off x="4878726" y="4882882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/>
          </a:p>
        </p:txBody>
      </p:sp>
      <p:sp>
        <p:nvSpPr>
          <p:cNvPr id="11" name="流程图: 接点 10">
            <a:extLst>
              <a:ext uri="{FF2B5EF4-FFF2-40B4-BE49-F238E27FC236}">
                <a16:creationId xmlns:a16="http://schemas.microsoft.com/office/drawing/2014/main" id="{4701B375-57EA-455E-857A-98E3C4FCA7E8}"/>
              </a:ext>
            </a:extLst>
          </p:cNvPr>
          <p:cNvSpPr/>
          <p:nvPr/>
        </p:nvSpPr>
        <p:spPr>
          <a:xfrm>
            <a:off x="3904948" y="2813234"/>
            <a:ext cx="1847653" cy="1611983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400" dirty="0"/>
              <a:t>文字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33B537B-6A37-4AEF-98DC-E81B572C853D}"/>
              </a:ext>
            </a:extLst>
          </p:cNvPr>
          <p:cNvSpPr/>
          <p:nvPr/>
        </p:nvSpPr>
        <p:spPr>
          <a:xfrm>
            <a:off x="5393780" y="2813234"/>
            <a:ext cx="2714920" cy="15931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这里是详细的文字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6E85B59F-A76B-4EF4-A422-BD88747697E1}"/>
              </a:ext>
            </a:extLst>
          </p:cNvPr>
          <p:cNvGrpSpPr/>
          <p:nvPr/>
        </p:nvGrpSpPr>
        <p:grpSpPr>
          <a:xfrm>
            <a:off x="3568844" y="2161896"/>
            <a:ext cx="3916983" cy="3902410"/>
            <a:chOff x="4553917" y="3044490"/>
            <a:chExt cx="2886942" cy="2886942"/>
          </a:xfrm>
        </p:grpSpPr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74608163-4AAE-479F-9C62-CD02D67E106D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9E52096-CF7B-4A8A-A710-8E5B2205D7ED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70F87B62-EFF6-4AF6-BD8C-0E121B25DF36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32C35C18-B3CA-4A94-BEC8-1547395EDB7A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8FB20C31-6448-4ED2-AF26-BF630D2E64B9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E9CEE0A9-864C-4630-B2A4-FD38E99ACC38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2450BD61-FF4A-4C57-9836-A865CBA8A99B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546C545D-D656-4786-9F98-1D2712ADD822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" name="流程图: 接点 22">
            <a:extLst>
              <a:ext uri="{FF2B5EF4-FFF2-40B4-BE49-F238E27FC236}">
                <a16:creationId xmlns:a16="http://schemas.microsoft.com/office/drawing/2014/main" id="{1FB8DC1F-E349-443C-B34D-D3DFED00578E}"/>
              </a:ext>
            </a:extLst>
          </p:cNvPr>
          <p:cNvSpPr/>
          <p:nvPr/>
        </p:nvSpPr>
        <p:spPr>
          <a:xfrm>
            <a:off x="4276163" y="2918420"/>
            <a:ext cx="1926863" cy="1845293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C82D5B0A-975C-4A0B-84B6-A0AD5EED1AF9}"/>
              </a:ext>
            </a:extLst>
          </p:cNvPr>
          <p:cNvGrpSpPr/>
          <p:nvPr/>
        </p:nvGrpSpPr>
        <p:grpSpPr>
          <a:xfrm>
            <a:off x="8946954" y="2309852"/>
            <a:ext cx="1006763" cy="1006764"/>
            <a:chOff x="4882925" y="3523671"/>
            <a:chExt cx="1006763" cy="1006764"/>
          </a:xfrm>
        </p:grpSpPr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521AF93E-51F3-4F02-A6EC-1CBFE08B2524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8C59588D-052B-468D-8A84-263361621BF4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BF0F1C6F-64D5-4712-81C1-433B9D48D3EB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9BB0D4A7-636A-4AC9-9A34-606FDC3B5303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17BBE778-56B3-44F7-B3C2-BBB607C4AC7E}"/>
              </a:ext>
            </a:extLst>
          </p:cNvPr>
          <p:cNvGrpSpPr/>
          <p:nvPr/>
        </p:nvGrpSpPr>
        <p:grpSpPr>
          <a:xfrm>
            <a:off x="8395978" y="4850891"/>
            <a:ext cx="1006763" cy="1006764"/>
            <a:chOff x="4882925" y="3523671"/>
            <a:chExt cx="1006763" cy="1006764"/>
          </a:xfrm>
        </p:grpSpPr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ED4D19B0-684C-47B3-A7B5-4EFD1C8B1BAB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9E3A39E1-57B3-4F0A-B4AA-3A460431E3CD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28E4D07B-1B2B-4993-8A1F-02E810961EF4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306588D1-0278-402D-8E30-C9D832929F5F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07867AA1-6A3F-499B-86FB-08E9756D47B1}"/>
              </a:ext>
            </a:extLst>
          </p:cNvPr>
          <p:cNvGrpSpPr/>
          <p:nvPr/>
        </p:nvGrpSpPr>
        <p:grpSpPr>
          <a:xfrm>
            <a:off x="6630513" y="1335188"/>
            <a:ext cx="1006763" cy="1006764"/>
            <a:chOff x="4882925" y="3523671"/>
            <a:chExt cx="1006763" cy="1006764"/>
          </a:xfrm>
        </p:grpSpPr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E13BA41A-EF88-4DE6-89D3-17D3BC80EDBF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7879E5DC-7647-41D7-BECE-36EF85F6809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628C7533-6A79-4636-AC52-64395A8263FF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408BA647-C976-4BBC-8415-3198058128C3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95B65EC7-34DA-418B-A9E5-78632A95E51A}"/>
              </a:ext>
            </a:extLst>
          </p:cNvPr>
          <p:cNvGrpSpPr/>
          <p:nvPr/>
        </p:nvGrpSpPr>
        <p:grpSpPr>
          <a:xfrm>
            <a:off x="1835995" y="2559565"/>
            <a:ext cx="1006763" cy="1006764"/>
            <a:chOff x="4882925" y="3523671"/>
            <a:chExt cx="1006763" cy="1006764"/>
          </a:xfrm>
        </p:grpSpPr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A9257838-97D2-4391-BD16-A5DAA2D1086E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93CC9F87-A29B-4015-A47D-58A3FBEBDC2E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CCB44005-A5DC-48D2-A8ED-19D0CD43FE8A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078D9C9E-BFD7-4F8F-BAF4-86CD9FFA0207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E7F42DCF-E94E-4469-BFE4-89360F1EE17F}"/>
              </a:ext>
            </a:extLst>
          </p:cNvPr>
          <p:cNvGrpSpPr/>
          <p:nvPr/>
        </p:nvGrpSpPr>
        <p:grpSpPr>
          <a:xfrm>
            <a:off x="1683281" y="4878825"/>
            <a:ext cx="1006763" cy="1006764"/>
            <a:chOff x="4882925" y="3523671"/>
            <a:chExt cx="1006763" cy="1006764"/>
          </a:xfrm>
        </p:grpSpPr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524D6C3-0854-4958-9BAC-000FFB517860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8DD9834C-DB2F-414C-A048-B9A512ED238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0E8AFC48-99D5-4677-A88E-A7BD9330BF53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4CB790D8-2AE2-46C6-9551-44BDB8F95911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53328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 p14:bounceEnd="50000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53" presetID="3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55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6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7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8" dur="25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6" presetClass="emph" presetSubtype="0" autoRev="1" fill="hold" grpId="1" nodeType="withEffect">
                                      <p:stCondLst>
                                        <p:cond delay="1750"/>
                                      </p:stCondLst>
                                      <p:childTnLst>
                                        <p:animScale>
                                          <p:cBhvr>
                                            <p:cTn id="60" dur="250" fill="hold"/>
                                            <p:tgtEl>
                                              <p:spTgt spid="11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61" presetID="35" presetClass="path" presetSubtype="0" accel="50000" fill="hold" grpId="2" nodeType="withEffect" p14:presetBounceEnd="50000">
                                      <p:stCondLst>
                                        <p:cond delay="2000"/>
                                      </p:stCondLst>
                                      <p:childTnLst>
                                        <p:animMotion origin="layout" path="M -3.75E-6 2.22222E-6 L -0.11315 0.00578 " pathEditMode="relative" rAng="0" ptsTypes="AA" p14:bounceEnd="50000">
                                          <p:cBhvr>
                                            <p:cTn id="62" dur="1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63" presetID="12" presetClass="entr" presetSubtype="8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250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66" dur="2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7" presetID="23" presetClass="entr" presetSubtype="16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69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0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1" presetID="6" presetClass="emph" presetSubtype="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72" dur="500" fill="hold"/>
                                            <p:tgtEl>
                                              <p:spTgt spid="23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73" presetID="10" presetClass="exit" presetSubtype="0" fill="hold" grpId="2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74" dur="25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76" presetID="23" presetClass="entr" presetSubtype="16" fill="hold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8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9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6" presetClass="emph" presetSubtype="0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81" dur="500" fill="hold"/>
                                            <p:tgtEl>
                                              <p:spTgt spid="1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82" presetID="6" presetClass="exit" presetSubtype="32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83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8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85" presetID="23" presetClass="entr" presetSubtype="16" fill="hold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87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8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9" presetID="6" presetClass="exit" presetSubtype="32" fill="hold" nodeType="withEffect">
                                      <p:stCondLst>
                                        <p:cond delay="29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0" dur="3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2" presetID="23" presetClass="entr" presetSubtype="16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94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5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6" presetID="6" presetClass="exit" presetSubtype="32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7" dur="3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8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9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0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1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2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3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04" dur="3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05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06" presetID="23" presetClass="entr" presetSubtype="16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set>
                                          <p:cBhvr>
                                            <p:cTn id="10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8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9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6" presetClass="exit" presetSubtype="32" fill="hold" nodeType="withEffect">
                                      <p:stCondLst>
                                        <p:cond delay="29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11" dur="3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12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13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15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6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7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18" dur="3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20" presetID="1" presetClass="exit" presetSubtype="0" fill="hold" grpId="3" nodeType="withEffect">
                                      <p:stCondLst>
                                        <p:cond delay="300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  <p:bldP spid="9" grpId="3" animBg="1"/>
          <p:bldP spid="11" grpId="0" animBg="1"/>
          <p:bldP spid="11" grpId="1" animBg="1"/>
          <p:bldP spid="11" grpId="2" animBg="1"/>
          <p:bldP spid="12" grpId="0" animBg="1"/>
          <p:bldP spid="23" grpId="0" animBg="1"/>
          <p:bldP spid="23" grpId="1" animBg="1"/>
          <p:bldP spid="23" grpId="2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53" presetID="3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55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6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7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8" dur="25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6" presetClass="emph" presetSubtype="0" autoRev="1" fill="hold" grpId="1" nodeType="withEffect">
                                      <p:stCondLst>
                                        <p:cond delay="1750"/>
                                      </p:stCondLst>
                                      <p:childTnLst>
                                        <p:animScale>
                                          <p:cBhvr>
                                            <p:cTn id="60" dur="250" fill="hold"/>
                                            <p:tgtEl>
                                              <p:spTgt spid="11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61" presetID="35" presetClass="path" presetSubtype="0" accel="50000" fill="hold" grpId="2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animMotion origin="layout" path="M -3.75E-6 2.22222E-6 L -0.11315 0.00578 " pathEditMode="relative" rAng="0" ptsTypes="AA">
                                          <p:cBhvr>
                                            <p:cTn id="62" dur="1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63" presetID="12" presetClass="entr" presetSubtype="8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250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66" dur="2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7" presetID="23" presetClass="entr" presetSubtype="16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69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0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1" presetID="6" presetClass="emph" presetSubtype="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72" dur="500" fill="hold"/>
                                            <p:tgtEl>
                                              <p:spTgt spid="23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73" presetID="10" presetClass="exit" presetSubtype="0" fill="hold" grpId="2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74" dur="25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76" presetID="23" presetClass="entr" presetSubtype="16" fill="hold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8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9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6" presetClass="emph" presetSubtype="0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81" dur="500" fill="hold"/>
                                            <p:tgtEl>
                                              <p:spTgt spid="1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82" presetID="6" presetClass="exit" presetSubtype="32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83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8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85" presetID="23" presetClass="entr" presetSubtype="16" fill="hold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87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8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9" presetID="6" presetClass="exit" presetSubtype="32" fill="hold" nodeType="withEffect">
                                      <p:stCondLst>
                                        <p:cond delay="29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0" dur="3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2" presetID="23" presetClass="entr" presetSubtype="16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94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5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6" presetID="6" presetClass="exit" presetSubtype="32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7" dur="3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8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9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0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1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2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3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04" dur="3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05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06" presetID="23" presetClass="entr" presetSubtype="16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set>
                                          <p:cBhvr>
                                            <p:cTn id="10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8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9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6" presetClass="exit" presetSubtype="32" fill="hold" nodeType="withEffect">
                                      <p:stCondLst>
                                        <p:cond delay="29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11" dur="3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12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13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15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6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7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18" dur="3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20" presetID="1" presetClass="exit" presetSubtype="0" fill="hold" grpId="3" nodeType="withEffect">
                                      <p:stCondLst>
                                        <p:cond delay="300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  <p:bldP spid="9" grpId="3" animBg="1"/>
          <p:bldP spid="11" grpId="0" animBg="1"/>
          <p:bldP spid="11" grpId="1" animBg="1"/>
          <p:bldP spid="11" grpId="2" animBg="1"/>
          <p:bldP spid="12" grpId="0" animBg="1"/>
          <p:bldP spid="23" grpId="0" animBg="1"/>
          <p:bldP spid="23" grpId="1" animBg="1"/>
          <p:bldP spid="23" grpId="2" animBg="1"/>
        </p:bldLst>
      </p:timing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流程图: 接点 9">
            <a:extLst>
              <a:ext uri="{FF2B5EF4-FFF2-40B4-BE49-F238E27FC236}">
                <a16:creationId xmlns:a16="http://schemas.microsoft.com/office/drawing/2014/main" id="{0264BDAE-4A29-46E2-8078-D4DDB2E99108}"/>
              </a:ext>
            </a:extLst>
          </p:cNvPr>
          <p:cNvSpPr/>
          <p:nvPr/>
        </p:nvSpPr>
        <p:spPr>
          <a:xfrm>
            <a:off x="2505655" y="492054"/>
            <a:ext cx="6945407" cy="6172629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7D4FBFF0-DF64-46A1-836E-83BAEAA7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3323D07-8928-4877-9A4A-BC4B1FEBC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回缩时候：用球回缩，添加动画，更多退出效果，基本缩放，延迟</a:t>
            </a:r>
            <a:r>
              <a:rPr lang="en-US" altLang="zh-CN" dirty="0"/>
              <a:t>3</a:t>
            </a:r>
            <a:r>
              <a:rPr lang="zh-CN" altLang="en-US" dirty="0"/>
              <a:t>秒，持续</a:t>
            </a:r>
            <a:r>
              <a:rPr lang="en-US" altLang="zh-CN" dirty="0"/>
              <a:t>0.25</a:t>
            </a:r>
            <a:r>
              <a:rPr lang="zh-CN" altLang="en-US" dirty="0"/>
              <a:t>秒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B906EEA-A35D-45DE-8F2A-651469F667AF}"/>
              </a:ext>
            </a:extLst>
          </p:cNvPr>
          <p:cNvCxnSpPr>
            <a:cxnSpLocks/>
          </p:cNvCxnSpPr>
          <p:nvPr/>
        </p:nvCxnSpPr>
        <p:spPr>
          <a:xfrm rot="7260000">
            <a:off x="5897797" y="5594585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BA9E895-C9F5-4AD8-B00A-30E4A1947AD5}"/>
              </a:ext>
            </a:extLst>
          </p:cNvPr>
          <p:cNvCxnSpPr>
            <a:cxnSpLocks/>
          </p:cNvCxnSpPr>
          <p:nvPr/>
        </p:nvCxnSpPr>
        <p:spPr>
          <a:xfrm rot="9060000">
            <a:off x="5617635" y="5865134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B3A2F59-5906-4942-B461-7657D1C37B18}"/>
              </a:ext>
            </a:extLst>
          </p:cNvPr>
          <p:cNvCxnSpPr>
            <a:cxnSpLocks/>
          </p:cNvCxnSpPr>
          <p:nvPr/>
        </p:nvCxnSpPr>
        <p:spPr>
          <a:xfrm rot="10860000">
            <a:off x="5239734" y="5959356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84154D0-D0B0-471D-A985-22CD6E4D61FF}"/>
              </a:ext>
            </a:extLst>
          </p:cNvPr>
          <p:cNvCxnSpPr>
            <a:cxnSpLocks/>
          </p:cNvCxnSpPr>
          <p:nvPr/>
        </p:nvCxnSpPr>
        <p:spPr>
          <a:xfrm rot="12660000">
            <a:off x="4865350" y="5852003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81768C6-2BB6-4A5C-9EB8-424B4406EF1C}"/>
              </a:ext>
            </a:extLst>
          </p:cNvPr>
          <p:cNvCxnSpPr>
            <a:cxnSpLocks/>
          </p:cNvCxnSpPr>
          <p:nvPr/>
        </p:nvCxnSpPr>
        <p:spPr>
          <a:xfrm rot="14460000">
            <a:off x="4594801" y="5571841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流程图: 接点 8">
            <a:extLst>
              <a:ext uri="{FF2B5EF4-FFF2-40B4-BE49-F238E27FC236}">
                <a16:creationId xmlns:a16="http://schemas.microsoft.com/office/drawing/2014/main" id="{9C991DAA-91CB-4114-8F33-89571D17E5D8}"/>
              </a:ext>
            </a:extLst>
          </p:cNvPr>
          <p:cNvSpPr/>
          <p:nvPr/>
        </p:nvSpPr>
        <p:spPr>
          <a:xfrm>
            <a:off x="4878726" y="4882882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/>
          </a:p>
        </p:txBody>
      </p:sp>
      <p:sp>
        <p:nvSpPr>
          <p:cNvPr id="11" name="流程图: 接点 10">
            <a:extLst>
              <a:ext uri="{FF2B5EF4-FFF2-40B4-BE49-F238E27FC236}">
                <a16:creationId xmlns:a16="http://schemas.microsoft.com/office/drawing/2014/main" id="{4701B375-57EA-455E-857A-98E3C4FCA7E8}"/>
              </a:ext>
            </a:extLst>
          </p:cNvPr>
          <p:cNvSpPr/>
          <p:nvPr/>
        </p:nvSpPr>
        <p:spPr>
          <a:xfrm>
            <a:off x="3904948" y="2813234"/>
            <a:ext cx="1847653" cy="1611983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400" dirty="0"/>
              <a:t>文字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33B537B-6A37-4AEF-98DC-E81B572C853D}"/>
              </a:ext>
            </a:extLst>
          </p:cNvPr>
          <p:cNvSpPr/>
          <p:nvPr/>
        </p:nvSpPr>
        <p:spPr>
          <a:xfrm>
            <a:off x="5393780" y="2813234"/>
            <a:ext cx="2714920" cy="15931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这里是详细的文字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6E85B59F-A76B-4EF4-A422-BD88747697E1}"/>
              </a:ext>
            </a:extLst>
          </p:cNvPr>
          <p:cNvGrpSpPr/>
          <p:nvPr/>
        </p:nvGrpSpPr>
        <p:grpSpPr>
          <a:xfrm>
            <a:off x="3568844" y="2161896"/>
            <a:ext cx="3916983" cy="3902410"/>
            <a:chOff x="4553917" y="3044490"/>
            <a:chExt cx="2886942" cy="2886942"/>
          </a:xfrm>
        </p:grpSpPr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74608163-4AAE-479F-9C62-CD02D67E106D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9E52096-CF7B-4A8A-A710-8E5B2205D7ED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70F87B62-EFF6-4AF6-BD8C-0E121B25DF36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32C35C18-B3CA-4A94-BEC8-1547395EDB7A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8FB20C31-6448-4ED2-AF26-BF630D2E64B9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E9CEE0A9-864C-4630-B2A4-FD38E99ACC38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2450BD61-FF4A-4C57-9836-A865CBA8A99B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546C545D-D656-4786-9F98-1D2712ADD822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" name="流程图: 接点 22">
            <a:extLst>
              <a:ext uri="{FF2B5EF4-FFF2-40B4-BE49-F238E27FC236}">
                <a16:creationId xmlns:a16="http://schemas.microsoft.com/office/drawing/2014/main" id="{1FB8DC1F-E349-443C-B34D-D3DFED00578E}"/>
              </a:ext>
            </a:extLst>
          </p:cNvPr>
          <p:cNvSpPr/>
          <p:nvPr/>
        </p:nvSpPr>
        <p:spPr>
          <a:xfrm>
            <a:off x="4276163" y="2918420"/>
            <a:ext cx="1926863" cy="1845293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C82D5B0A-975C-4A0B-84B6-A0AD5EED1AF9}"/>
              </a:ext>
            </a:extLst>
          </p:cNvPr>
          <p:cNvGrpSpPr/>
          <p:nvPr/>
        </p:nvGrpSpPr>
        <p:grpSpPr>
          <a:xfrm>
            <a:off x="8946954" y="2309852"/>
            <a:ext cx="1006763" cy="1006764"/>
            <a:chOff x="4882925" y="3523671"/>
            <a:chExt cx="1006763" cy="1006764"/>
          </a:xfrm>
        </p:grpSpPr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521AF93E-51F3-4F02-A6EC-1CBFE08B2524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8C59588D-052B-468D-8A84-263361621BF4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BF0F1C6F-64D5-4712-81C1-433B9D48D3EB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9BB0D4A7-636A-4AC9-9A34-606FDC3B5303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17BBE778-56B3-44F7-B3C2-BBB607C4AC7E}"/>
              </a:ext>
            </a:extLst>
          </p:cNvPr>
          <p:cNvGrpSpPr/>
          <p:nvPr/>
        </p:nvGrpSpPr>
        <p:grpSpPr>
          <a:xfrm>
            <a:off x="8395978" y="4850891"/>
            <a:ext cx="1006763" cy="1006764"/>
            <a:chOff x="4882925" y="3523671"/>
            <a:chExt cx="1006763" cy="1006764"/>
          </a:xfrm>
        </p:grpSpPr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ED4D19B0-684C-47B3-A7B5-4EFD1C8B1BAB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9E3A39E1-57B3-4F0A-B4AA-3A460431E3CD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28E4D07B-1B2B-4993-8A1F-02E810961EF4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306588D1-0278-402D-8E30-C9D832929F5F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07867AA1-6A3F-499B-86FB-08E9756D47B1}"/>
              </a:ext>
            </a:extLst>
          </p:cNvPr>
          <p:cNvGrpSpPr/>
          <p:nvPr/>
        </p:nvGrpSpPr>
        <p:grpSpPr>
          <a:xfrm>
            <a:off x="6630513" y="1335188"/>
            <a:ext cx="1006763" cy="1006764"/>
            <a:chOff x="4882925" y="3523671"/>
            <a:chExt cx="1006763" cy="1006764"/>
          </a:xfrm>
        </p:grpSpPr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E13BA41A-EF88-4DE6-89D3-17D3BC80EDBF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7879E5DC-7647-41D7-BECE-36EF85F6809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628C7533-6A79-4636-AC52-64395A8263FF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408BA647-C976-4BBC-8415-3198058128C3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95B65EC7-34DA-418B-A9E5-78632A95E51A}"/>
              </a:ext>
            </a:extLst>
          </p:cNvPr>
          <p:cNvGrpSpPr/>
          <p:nvPr/>
        </p:nvGrpSpPr>
        <p:grpSpPr>
          <a:xfrm>
            <a:off x="1835995" y="2559565"/>
            <a:ext cx="1006763" cy="1006764"/>
            <a:chOff x="4882925" y="3523671"/>
            <a:chExt cx="1006763" cy="1006764"/>
          </a:xfrm>
        </p:grpSpPr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A9257838-97D2-4391-BD16-A5DAA2D1086E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93CC9F87-A29B-4015-A47D-58A3FBEBDC2E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CCB44005-A5DC-48D2-A8ED-19D0CD43FE8A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078D9C9E-BFD7-4F8F-BAF4-86CD9FFA0207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E7F42DCF-E94E-4469-BFE4-89360F1EE17F}"/>
              </a:ext>
            </a:extLst>
          </p:cNvPr>
          <p:cNvGrpSpPr/>
          <p:nvPr/>
        </p:nvGrpSpPr>
        <p:grpSpPr>
          <a:xfrm>
            <a:off x="1683281" y="4878825"/>
            <a:ext cx="1006763" cy="1006764"/>
            <a:chOff x="4882925" y="3523671"/>
            <a:chExt cx="1006763" cy="1006764"/>
          </a:xfrm>
        </p:grpSpPr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524D6C3-0854-4958-9BAC-000FFB517860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8DD9834C-DB2F-414C-A048-B9A512ED238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0E8AFC48-99D5-4677-A88E-A7BD9330BF53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4CB790D8-2AE2-46C6-9551-44BDB8F95911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661051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 p14:bounceEnd="50000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53" presetID="3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55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6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7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8" dur="25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6" presetClass="emph" presetSubtype="0" autoRev="1" fill="hold" grpId="1" nodeType="withEffect">
                                      <p:stCondLst>
                                        <p:cond delay="1750"/>
                                      </p:stCondLst>
                                      <p:childTnLst>
                                        <p:animScale>
                                          <p:cBhvr>
                                            <p:cTn id="60" dur="250" fill="hold"/>
                                            <p:tgtEl>
                                              <p:spTgt spid="11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61" presetID="35" presetClass="path" presetSubtype="0" accel="50000" fill="hold" grpId="2" nodeType="withEffect" p14:presetBounceEnd="50000">
                                      <p:stCondLst>
                                        <p:cond delay="2000"/>
                                      </p:stCondLst>
                                      <p:childTnLst>
                                        <p:animMotion origin="layout" path="M -3.75E-6 2.22222E-6 L -0.11315 0.00578 " pathEditMode="relative" rAng="0" ptsTypes="AA" p14:bounceEnd="50000">
                                          <p:cBhvr>
                                            <p:cTn id="62" dur="1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63" presetID="12" presetClass="entr" presetSubtype="8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250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66" dur="2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7" presetID="23" presetClass="entr" presetSubtype="16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69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0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1" presetID="6" presetClass="emph" presetSubtype="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72" dur="500" fill="hold"/>
                                            <p:tgtEl>
                                              <p:spTgt spid="23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73" presetID="10" presetClass="exit" presetSubtype="0" fill="hold" grpId="2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74" dur="25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76" presetID="23" presetClass="entr" presetSubtype="16" fill="hold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8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9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6" presetClass="emph" presetSubtype="0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81" dur="500" fill="hold"/>
                                            <p:tgtEl>
                                              <p:spTgt spid="1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82" presetID="6" presetClass="exit" presetSubtype="32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83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8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85" presetID="23" presetClass="entr" presetSubtype="16" fill="hold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87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8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9" presetID="6" presetClass="exit" presetSubtype="32" fill="hold" nodeType="withEffect">
                                      <p:stCondLst>
                                        <p:cond delay="29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0" dur="3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2" presetID="23" presetClass="entr" presetSubtype="16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94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5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6" presetID="6" presetClass="exit" presetSubtype="32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7" dur="3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8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9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0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1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2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3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04" dur="3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05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06" presetID="23" presetClass="entr" presetSubtype="16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set>
                                          <p:cBhvr>
                                            <p:cTn id="10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8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9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6" presetClass="exit" presetSubtype="32" fill="hold" nodeType="withEffect">
                                      <p:stCondLst>
                                        <p:cond delay="29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11" dur="3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12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13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15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6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7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18" dur="3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20" presetID="1" presetClass="exit" presetSubtype="0" fill="hold" grpId="3" nodeType="withEffect">
                                      <p:stCondLst>
                                        <p:cond delay="300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22" presetID="1" presetClass="entr" presetSubtype="0" fill="hold" grpId="0" nodeType="withEffect">
                                      <p:stCondLst>
                                        <p:cond delay="3000"/>
                                      </p:stCondLst>
                                      <p:childTnLst>
                                        <p:set>
                                          <p:cBhvr>
                                            <p:cTn id="1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24" presetID="23" presetClass="exit" presetSubtype="32" fill="hold" grpId="1" nodeType="withEffect">
                                      <p:stCondLst>
                                        <p:cond delay="3250"/>
                                      </p:stCondLst>
                                      <p:childTnLst>
                                        <p:anim calcmode="lin" valueType="num">
                                          <p:cBhvr>
                                            <p:cTn id="125" dur="500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w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26" dur="500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set>
                                          <p:cBhvr>
                                            <p:cTn id="127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0" grpId="0" animBg="1"/>
          <p:bldP spid="10" grpId="1" animBg="1"/>
          <p:bldP spid="9" grpId="0" animBg="1"/>
          <p:bldP spid="9" grpId="1" animBg="1"/>
          <p:bldP spid="9" grpId="2" animBg="1"/>
          <p:bldP spid="9" grpId="3" animBg="1"/>
          <p:bldP spid="11" grpId="0" animBg="1"/>
          <p:bldP spid="11" grpId="1" animBg="1"/>
          <p:bldP spid="11" grpId="2" animBg="1"/>
          <p:bldP spid="12" grpId="0" animBg="1"/>
          <p:bldP spid="23" grpId="0" animBg="1"/>
          <p:bldP spid="23" grpId="1" animBg="1"/>
          <p:bldP spid="23" grpId="2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53" presetID="3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55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6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7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8" dur="25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6" presetClass="emph" presetSubtype="0" autoRev="1" fill="hold" grpId="1" nodeType="withEffect">
                                      <p:stCondLst>
                                        <p:cond delay="1750"/>
                                      </p:stCondLst>
                                      <p:childTnLst>
                                        <p:animScale>
                                          <p:cBhvr>
                                            <p:cTn id="60" dur="250" fill="hold"/>
                                            <p:tgtEl>
                                              <p:spTgt spid="11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61" presetID="35" presetClass="path" presetSubtype="0" accel="50000" fill="hold" grpId="2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animMotion origin="layout" path="M -3.75E-6 2.22222E-6 L -0.11315 0.00578 " pathEditMode="relative" rAng="0" ptsTypes="AA">
                                          <p:cBhvr>
                                            <p:cTn id="62" dur="1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63" presetID="12" presetClass="entr" presetSubtype="8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250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66" dur="2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7" presetID="23" presetClass="entr" presetSubtype="16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69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0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1" presetID="6" presetClass="emph" presetSubtype="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72" dur="500" fill="hold"/>
                                            <p:tgtEl>
                                              <p:spTgt spid="23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73" presetID="10" presetClass="exit" presetSubtype="0" fill="hold" grpId="2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74" dur="25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76" presetID="23" presetClass="entr" presetSubtype="16" fill="hold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8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9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6" presetClass="emph" presetSubtype="0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81" dur="500" fill="hold"/>
                                            <p:tgtEl>
                                              <p:spTgt spid="1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82" presetID="6" presetClass="exit" presetSubtype="32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83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8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85" presetID="23" presetClass="entr" presetSubtype="16" fill="hold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87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8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9" presetID="6" presetClass="exit" presetSubtype="32" fill="hold" nodeType="withEffect">
                                      <p:stCondLst>
                                        <p:cond delay="29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0" dur="3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2" presetID="23" presetClass="entr" presetSubtype="16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94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5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6" presetID="6" presetClass="exit" presetSubtype="32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7" dur="3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8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9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0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1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2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3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04" dur="3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05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06" presetID="23" presetClass="entr" presetSubtype="16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set>
                                          <p:cBhvr>
                                            <p:cTn id="10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8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9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6" presetClass="exit" presetSubtype="32" fill="hold" nodeType="withEffect">
                                      <p:stCondLst>
                                        <p:cond delay="29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11" dur="3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12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13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15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6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7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18" dur="3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20" presetID="1" presetClass="exit" presetSubtype="0" fill="hold" grpId="3" nodeType="withEffect">
                                      <p:stCondLst>
                                        <p:cond delay="300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22" presetID="1" presetClass="entr" presetSubtype="0" fill="hold" grpId="0" nodeType="withEffect">
                                      <p:stCondLst>
                                        <p:cond delay="3000"/>
                                      </p:stCondLst>
                                      <p:childTnLst>
                                        <p:set>
                                          <p:cBhvr>
                                            <p:cTn id="1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24" presetID="23" presetClass="exit" presetSubtype="32" fill="hold" grpId="1" nodeType="withEffect">
                                      <p:stCondLst>
                                        <p:cond delay="3250"/>
                                      </p:stCondLst>
                                      <p:childTnLst>
                                        <p:anim calcmode="lin" valueType="num">
                                          <p:cBhvr>
                                            <p:cTn id="125" dur="500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w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26" dur="500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set>
                                          <p:cBhvr>
                                            <p:cTn id="127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0" grpId="0" animBg="1"/>
          <p:bldP spid="10" grpId="1" animBg="1"/>
          <p:bldP spid="9" grpId="0" animBg="1"/>
          <p:bldP spid="9" grpId="1" animBg="1"/>
          <p:bldP spid="9" grpId="2" animBg="1"/>
          <p:bldP spid="9" grpId="3" animBg="1"/>
          <p:bldP spid="11" grpId="0" animBg="1"/>
          <p:bldP spid="11" grpId="1" animBg="1"/>
          <p:bldP spid="11" grpId="2" animBg="1"/>
          <p:bldP spid="12" grpId="0" animBg="1"/>
          <p:bldP spid="23" grpId="0" animBg="1"/>
          <p:bldP spid="23" grpId="1" animBg="1"/>
          <p:bldP spid="23" grpId="2" animBg="1"/>
        </p:bldLst>
      </p:timing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3802</TotalTime>
  <Words>1025</Words>
  <Application>Microsoft Office PowerPoint</Application>
  <PresentationFormat>宽屏</PresentationFormat>
  <Paragraphs>90</Paragraphs>
  <Slides>31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35" baseType="lpstr">
      <vt:lpstr>等线</vt:lpstr>
      <vt:lpstr>等线 Light</vt:lpstr>
      <vt:lpstr>Arial</vt:lpstr>
      <vt:lpstr>Office 主题​​</vt:lpstr>
      <vt:lpstr>华丽MG (Motion Graphics) 效果</vt:lpstr>
      <vt:lpstr>1. 常用的基础动画</vt:lpstr>
      <vt:lpstr>Sample 1:   1. 目标：对象从左到右移动 2. 对象无法移动存在问题，解决方案：A) 选中对象在动作路径中用直线，B) 效果选项中选择右，如下：  </vt:lpstr>
      <vt:lpstr>PowerPoint 演示文稿</vt:lpstr>
      <vt:lpstr>Sample 1 (Cont’d):   1. 目标：对象从左到右移动 2. 鼠标移动对象时候，路径会跟着移动存在问题，解决方案：A) 选中对象在效果选项中选择锁定，路径就不会跟着移动，B) 选中对象在效果选项中选择反转路径方向，路径起点变成终点，路径终点变成起点，C) 效果选项右下角箭头选择自动翻转，动画会原路返回，时间自然翻倍，如下：  </vt:lpstr>
      <vt:lpstr>PowerPoint 演示文稿</vt:lpstr>
      <vt:lpstr>Sample 2:   1. 目标：陀螺旋 2. 对象无法旋转强调存在问题，解决方案：A) 选中对象在强调中选用陀螺旋，B) 效果选项右下角箭头输入旋转角度60度，且自动翻转，如下：  </vt:lpstr>
      <vt:lpstr>PowerPoint 演示文稿</vt:lpstr>
      <vt:lpstr>Sample 3:   1. 目标：放大缩小 2. 对象无法放大缩小存在问题，解决方案：A) 选中对象在强调中选用放大缩小，B) 效果选项右下角箭头输入放大缩小尺寸200，且自动翻转，如下：  </vt:lpstr>
      <vt:lpstr>PowerPoint 演示文稿</vt:lpstr>
      <vt:lpstr> 2. 平滑效果的设置 </vt:lpstr>
      <vt:lpstr>Sample 4:   1. 目标：球体坠落 2. 球体坠落无弹跳存在问题，解决方案：A) 球体从视界外飞入，选择自顶部，平滑开始，B) 碰到地面后会反弹，添加动画，选择路径动画，所以添加直线路径，C) 第二个动画延迟0.5秒，持续时间0.5秒，D) 第二个动画平滑结束，如下：  </vt:lpstr>
      <vt:lpstr>PowerPoint 演示文稿</vt:lpstr>
      <vt:lpstr>  3. 制作MG修饰元素 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4. 做一个MG动画片头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Canhui Wang</dc:creator>
  <cp:lastModifiedBy>Canhui Wang</cp:lastModifiedBy>
  <cp:revision>67</cp:revision>
  <dcterms:created xsi:type="dcterms:W3CDTF">2026-05-29T00:35:31Z</dcterms:created>
  <dcterms:modified xsi:type="dcterms:W3CDTF">2026-06-01T01:23:38Z</dcterms:modified>
</cp:coreProperties>
</file>
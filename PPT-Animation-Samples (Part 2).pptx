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  <p:sldId id="291" r:id="rId15"/>
    <p:sldId id="292" r:id="rId16"/>
    <p:sldId id="294" r:id="rId17"/>
    <p:sldId id="293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7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球体从视界外飞入，选择自顶部，平滑开始，</a:t>
            </a:r>
            <a:r>
              <a:rPr lang="en-US" altLang="zh-CN" sz="2200" dirty="0"/>
              <a:t>B) </a:t>
            </a:r>
            <a:r>
              <a:rPr lang="zh-CN" altLang="en-US" sz="2200" dirty="0"/>
              <a:t>碰到地面后会反弹，添加动画，选择路径动画，所以添加直线路径，</a:t>
            </a:r>
            <a:r>
              <a:rPr lang="en-US" altLang="zh-CN" sz="2200" dirty="0"/>
              <a:t>C)</a:t>
            </a:r>
            <a:r>
              <a:rPr lang="zh-CN" altLang="en-US" sz="2200" dirty="0"/>
              <a:t> 第二个动画延迟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秒，持续时间</a:t>
            </a:r>
            <a:r>
              <a:rPr lang="en-US" altLang="zh-CN" sz="2200" dirty="0"/>
              <a:t>0.5</a:t>
            </a:r>
            <a:r>
              <a:rPr lang="zh-CN" altLang="en-US" sz="2200" dirty="0"/>
              <a:t>秒，</a:t>
            </a:r>
            <a:r>
              <a:rPr lang="en-US" altLang="zh-CN" sz="2200" dirty="0"/>
              <a:t>D)</a:t>
            </a:r>
            <a:r>
              <a:rPr lang="zh-CN" altLang="en-US" sz="2200" dirty="0"/>
              <a:t> 第二个动画平滑结束，如下：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2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4.44444E-6 L 0.00143 -0.16899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br>
              <a:rPr lang="zh-CN" altLang="en-US" dirty="0"/>
            </a:b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插件（点击</a:t>
            </a:r>
            <a:r>
              <a:rPr lang="en-US" altLang="zh-CN" dirty="0" err="1"/>
              <a:t>iSlide</a:t>
            </a:r>
            <a:r>
              <a:rPr lang="zh-CN" altLang="en-US" dirty="0"/>
              <a:t>，数量设置为</a:t>
            </a:r>
            <a:r>
              <a:rPr lang="en-US" altLang="zh-CN" dirty="0"/>
              <a:t>8</a:t>
            </a:r>
            <a:r>
              <a:rPr lang="zh-CN" altLang="en-US" dirty="0"/>
              <a:t>，起始角度</a:t>
            </a:r>
            <a:r>
              <a:rPr lang="en-US" altLang="zh-CN" dirty="0"/>
              <a:t>1</a:t>
            </a:r>
            <a:r>
              <a:rPr lang="zh-CN" altLang="en-US" dirty="0"/>
              <a:t>，半径单位毫米，布局半径</a:t>
            </a:r>
            <a:r>
              <a:rPr lang="en-US" altLang="zh-CN" dirty="0"/>
              <a:t>30</a:t>
            </a:r>
            <a:r>
              <a:rPr lang="zh-CN" altLang="en-US" dirty="0"/>
              <a:t>，自动旋转，中间删除，</a:t>
            </a:r>
            <a:r>
              <a:rPr lang="en-US" altLang="zh-CN" dirty="0"/>
              <a:t>Control + G </a:t>
            </a:r>
            <a:r>
              <a:rPr lang="zh-CN" altLang="en-US" dirty="0"/>
              <a:t>组合在一起）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D224EADD-D73D-40FC-8B81-65654D430078}"/>
              </a:ext>
            </a:extLst>
          </p:cNvPr>
          <p:cNvSpPr txBox="1">
            <a:spLocks/>
          </p:cNvSpPr>
          <p:nvPr/>
        </p:nvSpPr>
        <p:spPr>
          <a:xfrm rot="5400000">
            <a:off x="838200" y="-868997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810AE8CE-1EAF-4EB0-AE29-F2A5960CFB16}"/>
              </a:ext>
            </a:extLst>
          </p:cNvPr>
          <p:cNvSpPr txBox="1">
            <a:spLocks/>
          </p:cNvSpPr>
          <p:nvPr/>
        </p:nvSpPr>
        <p:spPr>
          <a:xfrm rot="5400000">
            <a:off x="90596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319B7B76-C40A-45F7-A721-7161417982BD}"/>
              </a:ext>
            </a:extLst>
          </p:cNvPr>
          <p:cNvSpPr txBox="1">
            <a:spLocks/>
          </p:cNvSpPr>
          <p:nvPr/>
        </p:nvSpPr>
        <p:spPr>
          <a:xfrm rot="5400000">
            <a:off x="110901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2E90728E-E52D-40C9-B13E-A66C4ED30349}"/>
              </a:ext>
            </a:extLst>
          </p:cNvPr>
          <p:cNvSpPr txBox="1">
            <a:spLocks/>
          </p:cNvSpPr>
          <p:nvPr/>
        </p:nvSpPr>
        <p:spPr>
          <a:xfrm rot="5400000">
            <a:off x="54007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5B62515-7E9F-40D2-BD28-224B71CB6250}"/>
              </a:ext>
            </a:extLst>
          </p:cNvPr>
          <p:cNvSpPr txBox="1">
            <a:spLocks/>
          </p:cNvSpPr>
          <p:nvPr/>
        </p:nvSpPr>
        <p:spPr>
          <a:xfrm rot="5400000">
            <a:off x="-37243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</a:t>
            </a:r>
          </a:p>
        </p:txBody>
      </p:sp>
      <p:sp>
        <p:nvSpPr>
          <p:cNvPr id="20" name="内容占位符 2">
            <a:extLst>
              <a:ext uri="{FF2B5EF4-FFF2-40B4-BE49-F238E27FC236}">
                <a16:creationId xmlns:a16="http://schemas.microsoft.com/office/drawing/2014/main" id="{E03593A4-8686-4622-809B-FD2B9FD17E22}"/>
              </a:ext>
            </a:extLst>
          </p:cNvPr>
          <p:cNvSpPr txBox="1">
            <a:spLocks/>
          </p:cNvSpPr>
          <p:nvPr/>
        </p:nvSpPr>
        <p:spPr>
          <a:xfrm rot="5400000">
            <a:off x="-94137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94B5CA80-1172-429C-8034-FDD4BBA95217}"/>
              </a:ext>
            </a:extLst>
          </p:cNvPr>
          <p:cNvSpPr txBox="1">
            <a:spLocks/>
          </p:cNvSpPr>
          <p:nvPr/>
        </p:nvSpPr>
        <p:spPr>
          <a:xfrm rot="5400000">
            <a:off x="-73832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0D5AE51-37E3-49FB-BF4E-820427FCDD7C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D1CCA02-91DE-45EF-BB1C-B799A301D3E7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214C67F-57B3-4DE8-A6B4-35653D1B1922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7B5C2A46-6AB6-456D-92A7-A812F0DA88B3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92F06542-D18F-468A-8E02-6BF3EC07EC3D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D5D6D026-D6BE-460C-ABE3-EFC8D75D4457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73FB6EA5-118E-4ECE-8E98-161577F680D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73ED7142-1FAE-46B8-98D1-13BCB6955555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6372618-8240-495A-833A-6778252351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72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Control+G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F53A2C-BC23-48B5-AD7D-0E4081B5B29D}"/>
              </a:ext>
            </a:extLst>
          </p:cNvPr>
          <p:cNvCxnSpPr/>
          <p:nvPr/>
        </p:nvCxnSpPr>
        <p:spPr>
          <a:xfrm>
            <a:off x="4882925" y="4027055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A9762C7-77F7-4EEE-AE82-E5827284F4A2}"/>
              </a:ext>
            </a:extLst>
          </p:cNvPr>
          <p:cNvCxnSpPr>
            <a:cxnSpLocks/>
          </p:cNvCxnSpPr>
          <p:nvPr/>
        </p:nvCxnSpPr>
        <p:spPr>
          <a:xfrm rot="16200000">
            <a:off x="4878308" y="4027054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3BBCE85-EC02-462F-B4A8-84C4AE458D68}"/>
              </a:ext>
            </a:extLst>
          </p:cNvPr>
          <p:cNvCxnSpPr>
            <a:cxnSpLocks/>
          </p:cNvCxnSpPr>
          <p:nvPr/>
        </p:nvCxnSpPr>
        <p:spPr>
          <a:xfrm rot="18540000">
            <a:off x="4879786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3F44054-20B4-4E9B-83DF-471B712A985A}"/>
              </a:ext>
            </a:extLst>
          </p:cNvPr>
          <p:cNvCxnSpPr>
            <a:cxnSpLocks/>
          </p:cNvCxnSpPr>
          <p:nvPr/>
        </p:nvCxnSpPr>
        <p:spPr>
          <a:xfrm rot="24420000">
            <a:off x="4878308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00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2. Control</a:t>
            </a:r>
            <a:r>
              <a:rPr lang="en-US" altLang="zh-CN" dirty="0" err="1"/>
              <a:t>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5883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601F6-22FE-437C-8B98-2E84C2AB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CC2D86-BD04-4B12-AEDE-830050C1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3CFB22-1E8A-4977-942A-AB92F13FF3B0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19AFEE8-4345-452A-A8F8-B636D1585EFC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55623E9-1CA1-4B38-9588-E638D00B74EF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ADECE04-5743-426F-A5D3-E646CB50090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FBB0A72-9A66-419D-856F-213B7610C350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2F919A3C-75BD-4D5B-A4F4-FC23A52CCAED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D00835C-17C3-4AD1-B702-D70B5DA37F6F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A32BC-3D3F-44E8-A69C-DEB99B695E11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B92896C-C07E-46AA-9EB6-3AF0D23F37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2C0DE269-E692-4100-B7AA-07E13B5C1C79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002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2426</TotalTime>
  <Words>562</Words>
  <Application>Microsoft Office PowerPoint</Application>
  <PresentationFormat>宽屏</PresentationFormat>
  <Paragraphs>44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华丽MG效果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球体从视界外飞入，选择自顶部，平滑开始，B) 碰到地面后会反弹，添加动画，选择路径动画，所以添加直线路径，C) 第二个动画延迟0.5秒，持续时间0.5秒，D) 第二个动画平滑结束，如下：  </vt:lpstr>
      <vt:lpstr>PowerPoint 演示文稿</vt:lpstr>
      <vt:lpstr>  3. 制作MG修饰元素  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49</cp:revision>
  <dcterms:created xsi:type="dcterms:W3CDTF">2026-05-29T00:35:31Z</dcterms:created>
  <dcterms:modified xsi:type="dcterms:W3CDTF">2026-05-31T02:27:13Z</dcterms:modified>
</cp:coreProperties>
</file>
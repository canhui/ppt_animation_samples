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9" r:id="rId4"/>
    <p:sldId id="258" r:id="rId5"/>
    <p:sldId id="260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108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动画种类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进入动画：开始不在，后来出现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强调动画：一直都在，会有强调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退出动画：开始在的，后来消失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路径动画：已知都在，会有移动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圆顶角 3">
            <a:extLst>
              <a:ext uri="{FF2B5EF4-FFF2-40B4-BE49-F238E27FC236}">
                <a16:creationId xmlns:a16="http://schemas.microsoft.com/office/drawing/2014/main" id="{55AB0DA0-913F-47F6-92F6-615BDF297D42}"/>
              </a:ext>
            </a:extLst>
          </p:cNvPr>
          <p:cNvSpPr/>
          <p:nvPr/>
        </p:nvSpPr>
        <p:spPr>
          <a:xfrm>
            <a:off x="1985818" y="2992577"/>
            <a:ext cx="1413164" cy="1071419"/>
          </a:xfrm>
          <a:prstGeom prst="round2Same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飞入（开始不在后来在）</a:t>
            </a:r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759201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强调</a:t>
            </a:r>
            <a:endParaRPr lang="en-US" altLang="zh-CN" dirty="0"/>
          </a:p>
          <a:p>
            <a:pPr algn="ctr"/>
            <a:r>
              <a:rPr lang="zh-CN" altLang="en-US" dirty="0"/>
              <a:t>（从头到尾都在工画里面）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990936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退出（开始在后来不在）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8235373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路径（从头到尾都在，中间移动）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3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4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CC50F-B456-4D43-9188-6AC22D60E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2200" u="sng" dirty="0"/>
              <a:t>Sample 1</a:t>
            </a:r>
            <a:r>
              <a:rPr lang="en-US" altLang="zh-CN" sz="2200" dirty="0"/>
              <a:t>: 3</a:t>
            </a:r>
            <a:r>
              <a:rPr lang="zh-CN" altLang="en-US" sz="2200" dirty="0"/>
              <a:t>个方框飞入：全选方框，点击动画选择飞入，点击预览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B90966-3664-4910-B9F7-11F31833B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09BDAC1-F752-4A52-9C2D-77BEA48D6147}"/>
              </a:ext>
            </a:extLst>
          </p:cNvPr>
          <p:cNvSpPr/>
          <p:nvPr/>
        </p:nvSpPr>
        <p:spPr>
          <a:xfrm>
            <a:off x="5246914" y="215537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1. </a:t>
            </a:r>
            <a:r>
              <a:rPr lang="zh-CN" altLang="en-US" dirty="0"/>
              <a:t>飞入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046A92-F706-4AD8-9C34-F3A708742DFA}"/>
              </a:ext>
            </a:extLst>
          </p:cNvPr>
          <p:cNvSpPr/>
          <p:nvPr/>
        </p:nvSpPr>
        <p:spPr>
          <a:xfrm>
            <a:off x="5246913" y="3084966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2. </a:t>
            </a:r>
            <a:r>
              <a:rPr lang="zh-CN" altLang="en-US" dirty="0"/>
              <a:t>飞入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5823BC-5F05-4C86-9F52-FACC831FBD52}"/>
              </a:ext>
            </a:extLst>
          </p:cNvPr>
          <p:cNvSpPr/>
          <p:nvPr/>
        </p:nvSpPr>
        <p:spPr>
          <a:xfrm>
            <a:off x="5246912" y="401456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3. </a:t>
            </a:r>
            <a:r>
              <a:rPr lang="zh-CN" altLang="en-US" dirty="0"/>
              <a:t>飞入</a:t>
            </a:r>
          </a:p>
        </p:txBody>
      </p:sp>
    </p:spTree>
    <p:extLst>
      <p:ext uri="{BB962C8B-B14F-4D97-AF65-F5344CB8AC3E}">
        <p14:creationId xmlns:p14="http://schemas.microsoft.com/office/powerpoint/2010/main" val="776777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607C54-0156-4A4F-B568-529DFC5EB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A9DF36-8FB1-4D58-BA87-59C467CCF162}"/>
              </a:ext>
            </a:extLst>
          </p:cNvPr>
          <p:cNvSpPr/>
          <p:nvPr/>
        </p:nvSpPr>
        <p:spPr>
          <a:xfrm>
            <a:off x="5246914" y="215537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1. </a:t>
            </a:r>
            <a:r>
              <a:rPr lang="zh-CN" altLang="en-US" dirty="0"/>
              <a:t>飞入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3A999B-AF34-423B-99DB-D451EB0A2565}"/>
              </a:ext>
            </a:extLst>
          </p:cNvPr>
          <p:cNvSpPr/>
          <p:nvPr/>
        </p:nvSpPr>
        <p:spPr>
          <a:xfrm>
            <a:off x="5246913" y="3084966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2. </a:t>
            </a:r>
            <a:r>
              <a:rPr lang="zh-CN" altLang="en-US" dirty="0"/>
              <a:t>飞入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117B333-8D03-413C-8A05-8D80437CBD54}"/>
              </a:ext>
            </a:extLst>
          </p:cNvPr>
          <p:cNvSpPr/>
          <p:nvPr/>
        </p:nvSpPr>
        <p:spPr>
          <a:xfrm>
            <a:off x="5246912" y="401456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3. </a:t>
            </a:r>
            <a:r>
              <a:rPr lang="zh-CN" altLang="en-US" dirty="0"/>
              <a:t>飞入</a:t>
            </a:r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200" u="sng" dirty="0"/>
              <a:t>Sample 2</a:t>
            </a:r>
            <a:r>
              <a:rPr lang="en-US" altLang="zh-CN" sz="2200" dirty="0"/>
              <a:t>: 3</a:t>
            </a:r>
            <a:r>
              <a:rPr lang="zh-CN" altLang="en-US" sz="2200" dirty="0"/>
              <a:t>个方框飞入：全选方框，点击动画选择飞入，点击效果选项选择自左侧</a:t>
            </a:r>
          </a:p>
        </p:txBody>
      </p:sp>
    </p:spTree>
    <p:extLst>
      <p:ext uri="{BB962C8B-B14F-4D97-AF65-F5344CB8AC3E}">
        <p14:creationId xmlns:p14="http://schemas.microsoft.com/office/powerpoint/2010/main" val="2651567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607C54-0156-4A4F-B568-529DFC5EB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A9DF36-8FB1-4D58-BA87-59C467CCF162}"/>
              </a:ext>
            </a:extLst>
          </p:cNvPr>
          <p:cNvSpPr/>
          <p:nvPr/>
        </p:nvSpPr>
        <p:spPr>
          <a:xfrm>
            <a:off x="5246914" y="215537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1. </a:t>
            </a:r>
            <a:r>
              <a:rPr lang="zh-CN" altLang="en-US" dirty="0"/>
              <a:t>飞入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3A999B-AF34-423B-99DB-D451EB0A2565}"/>
              </a:ext>
            </a:extLst>
          </p:cNvPr>
          <p:cNvSpPr/>
          <p:nvPr/>
        </p:nvSpPr>
        <p:spPr>
          <a:xfrm>
            <a:off x="5246913" y="3084966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2. </a:t>
            </a:r>
            <a:r>
              <a:rPr lang="zh-CN" altLang="en-US" dirty="0"/>
              <a:t>飞入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117B333-8D03-413C-8A05-8D80437CBD54}"/>
              </a:ext>
            </a:extLst>
          </p:cNvPr>
          <p:cNvSpPr/>
          <p:nvPr/>
        </p:nvSpPr>
        <p:spPr>
          <a:xfrm>
            <a:off x="5246912" y="401456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3. </a:t>
            </a:r>
            <a:r>
              <a:rPr lang="zh-CN" altLang="en-US" dirty="0"/>
              <a:t>飞入</a:t>
            </a:r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200" u="sng" dirty="0"/>
              <a:t>Sample 3</a:t>
            </a:r>
            <a:r>
              <a:rPr lang="en-US" altLang="zh-CN" sz="2200" dirty="0"/>
              <a:t>: 3</a:t>
            </a:r>
            <a:r>
              <a:rPr lang="zh-CN" altLang="en-US" sz="2200" dirty="0"/>
              <a:t>个方框飞入：全选方框，点击动画选择飞入，点击效果选项选择自左侧，点击动画窗格，方框</a:t>
            </a:r>
            <a:r>
              <a:rPr lang="en-US" altLang="zh-CN" sz="2200" dirty="0"/>
              <a:t>2</a:t>
            </a:r>
            <a:r>
              <a:rPr lang="zh-CN" altLang="en-US" sz="2200" dirty="0"/>
              <a:t>延迟</a:t>
            </a:r>
            <a:r>
              <a:rPr lang="en-US" altLang="zh-CN" sz="2200" dirty="0"/>
              <a:t>0.25</a:t>
            </a:r>
            <a:r>
              <a:rPr lang="zh-CN" altLang="en-US" sz="2200" dirty="0"/>
              <a:t>秒，方框</a:t>
            </a:r>
            <a:r>
              <a:rPr lang="en-US" altLang="zh-CN" sz="2200" dirty="0"/>
              <a:t>3</a:t>
            </a:r>
            <a:r>
              <a:rPr lang="zh-CN" altLang="en-US" sz="2200" dirty="0"/>
              <a:t>延迟</a:t>
            </a:r>
            <a:r>
              <a:rPr lang="en-US" altLang="zh-CN" sz="2200" dirty="0"/>
              <a:t>0.5</a:t>
            </a:r>
            <a:r>
              <a:rPr lang="zh-CN" altLang="en-US" sz="2200" dirty="0"/>
              <a:t>秒</a:t>
            </a:r>
          </a:p>
        </p:txBody>
      </p:sp>
    </p:spTree>
    <p:extLst>
      <p:ext uri="{BB962C8B-B14F-4D97-AF65-F5344CB8AC3E}">
        <p14:creationId xmlns:p14="http://schemas.microsoft.com/office/powerpoint/2010/main" val="293823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u="sng" dirty="0"/>
              <a:t>Sample 4</a:t>
            </a:r>
            <a:r>
              <a:rPr lang="en-US" altLang="zh-CN" sz="2200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dirty="0"/>
              <a:t>选中所有星星，选择翻转式由远及近进入</a:t>
            </a:r>
            <a:br>
              <a:rPr lang="en-US" altLang="zh-CN" sz="2200" dirty="0"/>
            </a:b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68721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3170"/>
            <a:ext cx="12191999" cy="673482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7F77AC19-EBE4-470C-B077-62804275F8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1911927"/>
            <a:ext cx="1015422" cy="1015422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9647A57A-4209-49C2-BCE4-9BA26C7011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765" y="3291034"/>
            <a:ext cx="639618" cy="639618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5BC81229-2A3F-48AA-940A-604C12427E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09438" y="2510562"/>
            <a:ext cx="639618" cy="639618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37B32407-6102-4601-BFC2-2607B69003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552382" y="2927349"/>
            <a:ext cx="639618" cy="639618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FCD06D6F-45CC-4BB4-B6F6-8375499D55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93028" y="2065411"/>
            <a:ext cx="195118" cy="195118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1EA145A-6A91-4942-97EF-2E33D0245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12628" y="2162970"/>
            <a:ext cx="195118" cy="195118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1114A46C-3004-4909-8D0F-75CFF61CCA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37049" y="2927349"/>
            <a:ext cx="195118" cy="195118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7AEE3D8D-5771-4333-9CFE-194A381A7D8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55283" y="2954769"/>
            <a:ext cx="195118" cy="195118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3F9F8CFD-1AFE-4DBD-8D71-36C777780F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9973" y="1920874"/>
            <a:ext cx="195118" cy="19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565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u="sng" dirty="0"/>
              <a:t>Sample 4  (Cont’d)</a:t>
            </a:r>
            <a:r>
              <a:rPr lang="en-US" altLang="zh-CN" sz="2200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dirty="0"/>
              <a:t>选中所有星星，选择翻转式由远及近进入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所有星星同一时间闪烁问题，解决方案：点击动画窗格为每一个星星增加延迟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714250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3170"/>
            <a:ext cx="12191999" cy="673482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7F77AC19-EBE4-470C-B077-62804275F8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1911927"/>
            <a:ext cx="1015422" cy="1015422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9647A57A-4209-49C2-BCE4-9BA26C7011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765" y="3291034"/>
            <a:ext cx="639618" cy="639618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5BC81229-2A3F-48AA-940A-604C12427E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09438" y="2510562"/>
            <a:ext cx="639618" cy="639618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37B32407-6102-4601-BFC2-2607B69003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552382" y="2927349"/>
            <a:ext cx="639618" cy="639618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FCD06D6F-45CC-4BB4-B6F6-8375499D55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93028" y="2065411"/>
            <a:ext cx="195118" cy="195118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1EA145A-6A91-4942-97EF-2E33D0245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12628" y="2162970"/>
            <a:ext cx="195118" cy="195118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1114A46C-3004-4909-8D0F-75CFF61CCA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37049" y="2927349"/>
            <a:ext cx="195118" cy="195118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7AEE3D8D-5771-4333-9CFE-194A381A7D8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55283" y="2954769"/>
            <a:ext cx="195118" cy="195118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3F9F8CFD-1AFE-4DBD-8D71-36C777780F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9973" y="1920874"/>
            <a:ext cx="195118" cy="19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16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279</Words>
  <Application>Microsoft Office PowerPoint</Application>
  <PresentationFormat>宽屏</PresentationFormat>
  <Paragraphs>24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等线 Light</vt:lpstr>
      <vt:lpstr>Arial</vt:lpstr>
      <vt:lpstr>Office 主题​​</vt:lpstr>
      <vt:lpstr>动画种类</vt:lpstr>
      <vt:lpstr>PowerPoint 演示文稿</vt:lpstr>
      <vt:lpstr>Sample 1: 3个方框飞入：全选方框，点击动画选择飞入，点击预览</vt:lpstr>
      <vt:lpstr>Sample 2: 3个方框飞入：全选方框，点击动画选择飞入，点击效果选项选择自左侧</vt:lpstr>
      <vt:lpstr>Sample 3: 3个方框飞入：全选方框，点击动画选择飞入，点击效果选项选择自左侧，点击动画窗格，方框2延迟0.25秒，方框3延迟0.5秒</vt:lpstr>
      <vt:lpstr>Sample 4:   1. 选中所有星星，选择翻转式由远及近进入  </vt:lpstr>
      <vt:lpstr>PowerPoint 演示文稿</vt:lpstr>
      <vt:lpstr>Sample 4  (Cont’d):   1. 选中所有星星，选择翻转式由远及近进入 2. 所有星星同一时间闪烁问题，解决方案：点击动画窗格为每一个星星增加延迟 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14</cp:revision>
  <dcterms:created xsi:type="dcterms:W3CDTF">2026-05-29T00:35:31Z</dcterms:created>
  <dcterms:modified xsi:type="dcterms:W3CDTF">2026-05-29T03:52:02Z</dcterms:modified>
</cp:coreProperties>
</file>
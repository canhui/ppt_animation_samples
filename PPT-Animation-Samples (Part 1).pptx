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1" r:id="rId2"/>
    <p:sldId id="257" r:id="rId3"/>
    <p:sldId id="259" r:id="rId4"/>
    <p:sldId id="258" r:id="rId5"/>
    <p:sldId id="260" r:id="rId6"/>
    <p:sldId id="263" r:id="rId7"/>
    <p:sldId id="264" r:id="rId8"/>
    <p:sldId id="265" r:id="rId9"/>
    <p:sldId id="266" r:id="rId10"/>
    <p:sldId id="267" r:id="rId11"/>
    <p:sldId id="268" r:id="rId12"/>
    <p:sldId id="271" r:id="rId13"/>
    <p:sldId id="269" r:id="rId14"/>
    <p:sldId id="270" r:id="rId15"/>
    <p:sldId id="273" r:id="rId16"/>
    <p:sldId id="272" r:id="rId17"/>
    <p:sldId id="274" r:id="rId18"/>
    <p:sldId id="275" r:id="rId19"/>
    <p:sldId id="276" r:id="rId20"/>
    <p:sldId id="277" r:id="rId21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66" d="100"/>
          <a:sy n="66" d="100"/>
        </p:scale>
        <p:origin x="1188" y="4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093DFA3-BBDD-4189-8256-30F5310190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05FD678B-62D2-4286-B7FA-F4196EA7489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A304E5A-2344-47C2-A453-C6D2392109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2B7589-6A85-43F1-96BB-1A2EC93AE491}" type="datetimeFigureOut">
              <a:rPr lang="zh-CN" altLang="en-US" smtClean="0"/>
              <a:t>2026/5/29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670C4B7-5384-4F7C-8500-4C04038A14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723F91F-6DE0-4EED-8C26-633027A5A2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6D38A-70F2-46E2-9CEB-994740C6518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681917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FC8875D-39C3-4165-AF44-961C6FAAEF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6E3312A-B96B-4CBB-8A7E-A0F6FA657C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E1D2C48-AEEB-490A-A763-A8F8EB0279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2B7589-6A85-43F1-96BB-1A2EC93AE491}" type="datetimeFigureOut">
              <a:rPr lang="zh-CN" altLang="en-US" smtClean="0"/>
              <a:t>2026/5/29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28029F6-47B9-48BA-A6F0-C0E2FBC7C8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1F23BED-0050-4302-9CD1-B11CF56668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6D38A-70F2-46E2-9CEB-994740C6518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946856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5C7AF48-06AB-46EA-B2BE-33F1300567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F5558F2A-400C-40AC-A71A-EEFDCA732D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3A554A5-9556-4573-9520-8170393CE2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2B7589-6A85-43F1-96BB-1A2EC93AE491}" type="datetimeFigureOut">
              <a:rPr lang="zh-CN" altLang="en-US" smtClean="0"/>
              <a:t>2026/5/29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A18BB2A-FFCC-4AE4-A53D-74E16F4717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BA27639-CF36-48B3-9BD5-02EE36DAED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6D38A-70F2-46E2-9CEB-994740C6518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921313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71B7D09-A428-473D-9681-8D70FE3F7A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966C58A-1DC6-49D6-A3FE-0AB74CB8FC8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C96C9F3B-41E8-4D4E-99CF-A758C3EDE14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975B9D3-41E0-4DF6-9181-9331348B2A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2B7589-6A85-43F1-96BB-1A2EC93AE491}" type="datetimeFigureOut">
              <a:rPr lang="zh-CN" altLang="en-US" smtClean="0"/>
              <a:t>2026/5/29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BA8D371-4F16-4876-A878-C8B10DE551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CF79226F-0179-4FCC-849F-3B46E01039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6D38A-70F2-46E2-9CEB-994740C6518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214370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925F70A-A61A-4C1E-813A-9BE0DA416C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247105B8-3515-447C-8242-E65D376629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568D46EC-3D7B-4047-9458-493BD7FCA12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B2DCB814-9B42-4DF9-95DC-3E8662C6C56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E97968D4-9C2B-4E29-A85E-D9E49B1F236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CD9F54DF-5912-4B8C-9DE3-FB7E22B084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2B7589-6A85-43F1-96BB-1A2EC93AE491}" type="datetimeFigureOut">
              <a:rPr lang="zh-CN" altLang="en-US" smtClean="0"/>
              <a:t>2026/5/29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733CDB96-3F10-4B01-9BFC-1732B0D8EA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9768FB56-E05D-4E30-9CBA-FEE59A19D7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6D38A-70F2-46E2-9CEB-994740C6518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9407239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662E468-C083-45D2-AE22-FE54E10175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7412E6A1-8AC9-46E9-A7BC-2D2447C226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2B7589-6A85-43F1-96BB-1A2EC93AE491}" type="datetimeFigureOut">
              <a:rPr lang="zh-CN" altLang="en-US" smtClean="0"/>
              <a:t>2026/5/29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7C22EEA4-C9B3-443E-9ED5-5604DBD9D4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06467A86-5812-4B56-8B1E-B714200926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6D38A-70F2-46E2-9CEB-994740C6518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519383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6BC7E40C-A7C0-48DD-9FAC-DEE7102CF5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2B7589-6A85-43F1-96BB-1A2EC93AE491}" type="datetimeFigureOut">
              <a:rPr lang="zh-CN" altLang="en-US" smtClean="0"/>
              <a:t>2026/5/29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74B5E6B2-E9B9-4DAE-8E31-CF5E6A69D7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98F07FD1-84D4-454C-8EB5-3E217F9A3B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6D38A-70F2-46E2-9CEB-994740C6518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002162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F70992A-3E59-4898-A3FC-42216AB06A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1B9FC22-E2B9-4F1F-9E4E-95CD17340D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339ACD0C-6392-4178-BE96-DB5540F1F53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D297B7B4-EE74-491A-A0F0-E286C52A6A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2B7589-6A85-43F1-96BB-1A2EC93AE491}" type="datetimeFigureOut">
              <a:rPr lang="zh-CN" altLang="en-US" smtClean="0"/>
              <a:t>2026/5/29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8BBA0500-0003-4977-84E9-A62C3EF3B2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E2A5B315-D0A4-40A4-ACB0-63769F8C88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6D38A-70F2-46E2-9CEB-994740C6518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318100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45CDA62-004F-417C-8F77-A9962E3341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6E9E2263-75F2-46AD-B313-E046DD9CA74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0B5E6C5A-DC7A-4CFB-AC41-D4E26BC1379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42B9CFD4-3CCE-494E-B143-FA11B8ABD9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2B7589-6A85-43F1-96BB-1A2EC93AE491}" type="datetimeFigureOut">
              <a:rPr lang="zh-CN" altLang="en-US" smtClean="0"/>
              <a:t>2026/5/29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3677FA0E-C471-4C87-8D19-6C5D6D463D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51718433-E461-4164-BA5A-CECED344E1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6D38A-70F2-46E2-9CEB-994740C6518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548020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8789EAE-918E-49DD-A0D8-116D99C287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ABC9FEF5-CCBF-48A9-9D79-CEAE87BC818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7263059-3C99-44D5-834B-AE5C5D0C1D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2B7589-6A85-43F1-96BB-1A2EC93AE491}" type="datetimeFigureOut">
              <a:rPr lang="zh-CN" altLang="en-US" smtClean="0"/>
              <a:t>2026/5/29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38B5C9F-AACA-4121-ADB2-6768E80EF2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550DF41-0F37-48B6-823B-95A10E85FD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6D38A-70F2-46E2-9CEB-994740C6518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519308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5D33B976-D6DC-4764-8EA5-C1955ED58BB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D13BF09B-6FE5-4130-A7A1-5AF592596AC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91C6D2A-70EC-4055-86D4-9A648CB3D7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2B7589-6A85-43F1-96BB-1A2EC93AE491}" type="datetimeFigureOut">
              <a:rPr lang="zh-CN" altLang="en-US" smtClean="0"/>
              <a:t>2026/5/29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A4A8373-CB81-49CF-B823-EF045E4755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99CD6DB-7686-4460-9B2C-324383E0D0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6D38A-70F2-46E2-9CEB-994740C6518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917229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40AC2033-8256-49AF-AB04-6013D98794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35409BA6-8A03-42F3-B633-96D9848440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0203DD2-AE08-4A9C-A5C1-35BDF2F56B1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92B7589-6A85-43F1-96BB-1A2EC93AE491}" type="datetimeFigureOut">
              <a:rPr lang="zh-CN" altLang="en-US" smtClean="0"/>
              <a:t>2026/5/29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61B5628-18D7-4438-BD07-CC6BC5CDF51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AE1DA91-DC61-4444-82EA-9261DF4449D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716D38A-70F2-46E2-9CEB-994740C6518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024343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sv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sv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sv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7" Type="http://schemas.openxmlformats.org/officeDocument/2006/relationships/image" Target="../media/image10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7" Type="http://schemas.openxmlformats.org/officeDocument/2006/relationships/image" Target="../media/image8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7" Type="http://schemas.openxmlformats.org/officeDocument/2006/relationships/image" Target="../media/image8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image" Target="../media/image2.svg"/><Relationship Id="rId7" Type="http://schemas.openxmlformats.org/officeDocument/2006/relationships/image" Target="../media/image10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11" Type="http://schemas.openxmlformats.org/officeDocument/2006/relationships/image" Target="../media/image8.svg"/><Relationship Id="rId5" Type="http://schemas.openxmlformats.org/officeDocument/2006/relationships/image" Target="../media/image4.svg"/><Relationship Id="rId10" Type="http://schemas.openxmlformats.org/officeDocument/2006/relationships/image" Target="../media/image7.png"/><Relationship Id="rId4" Type="http://schemas.openxmlformats.org/officeDocument/2006/relationships/image" Target="../media/image3.png"/><Relationship Id="rId9" Type="http://schemas.openxmlformats.org/officeDocument/2006/relationships/image" Target="../media/image6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B66F3CC-E0A3-443F-8537-C870D90EA9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动画种类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44CDF52E-FF6F-4CC3-91D4-1259DF138C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1. </a:t>
            </a:r>
            <a:r>
              <a:rPr lang="zh-CN" altLang="en-US" dirty="0"/>
              <a:t>进入动画：开始不在，后来出现</a:t>
            </a:r>
            <a:endParaRPr lang="en-US" altLang="zh-CN" dirty="0"/>
          </a:p>
          <a:p>
            <a:r>
              <a:rPr lang="en-US" altLang="zh-CN" dirty="0"/>
              <a:t>2. </a:t>
            </a:r>
            <a:r>
              <a:rPr lang="zh-CN" altLang="en-US" dirty="0"/>
              <a:t>强调动画：一直都在，会有强调</a:t>
            </a:r>
            <a:endParaRPr lang="en-US" altLang="zh-CN" dirty="0"/>
          </a:p>
          <a:p>
            <a:r>
              <a:rPr lang="en-US" altLang="zh-CN" dirty="0"/>
              <a:t>3. </a:t>
            </a:r>
            <a:r>
              <a:rPr lang="zh-CN" altLang="en-US" dirty="0"/>
              <a:t>退出动画：开始在的，后来消失</a:t>
            </a:r>
            <a:endParaRPr lang="en-US" altLang="zh-CN" dirty="0"/>
          </a:p>
          <a:p>
            <a:r>
              <a:rPr lang="en-US" altLang="zh-CN" dirty="0"/>
              <a:t>4. </a:t>
            </a:r>
            <a:r>
              <a:rPr lang="zh-CN" altLang="en-US" dirty="0"/>
              <a:t>路径动画：已知都在，会有移动</a:t>
            </a:r>
          </a:p>
        </p:txBody>
      </p:sp>
    </p:spTree>
    <p:extLst>
      <p:ext uri="{BB962C8B-B14F-4D97-AF65-F5344CB8AC3E}">
        <p14:creationId xmlns:p14="http://schemas.microsoft.com/office/powerpoint/2010/main" val="300860739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BBD2E4C-11EB-4F8B-AB01-E201CF9451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D3849D7-F7E9-4CA5-A75A-0BEEDDE617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矩形: 圆顶角 3">
            <a:extLst>
              <a:ext uri="{FF2B5EF4-FFF2-40B4-BE49-F238E27FC236}">
                <a16:creationId xmlns:a16="http://schemas.microsoft.com/office/drawing/2014/main" id="{55AB0DA0-913F-47F6-92F6-615BDF297D42}"/>
              </a:ext>
            </a:extLst>
          </p:cNvPr>
          <p:cNvSpPr/>
          <p:nvPr/>
        </p:nvSpPr>
        <p:spPr>
          <a:xfrm>
            <a:off x="1985818" y="2992577"/>
            <a:ext cx="1413164" cy="1071419"/>
          </a:xfrm>
          <a:prstGeom prst="round2Same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飞入（开始不在后来在）</a:t>
            </a:r>
          </a:p>
        </p:txBody>
      </p:sp>
      <p:sp>
        <p:nvSpPr>
          <p:cNvPr id="5" name="矩形: 对角圆角 4">
            <a:extLst>
              <a:ext uri="{FF2B5EF4-FFF2-40B4-BE49-F238E27FC236}">
                <a16:creationId xmlns:a16="http://schemas.microsoft.com/office/drawing/2014/main" id="{B046F394-24B6-4349-A59B-41C123A9FC9C}"/>
              </a:ext>
            </a:extLst>
          </p:cNvPr>
          <p:cNvSpPr/>
          <p:nvPr/>
        </p:nvSpPr>
        <p:spPr>
          <a:xfrm>
            <a:off x="3759201" y="3057232"/>
            <a:ext cx="1884218" cy="1006764"/>
          </a:xfrm>
          <a:prstGeom prst="round2Diag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强调</a:t>
            </a:r>
            <a:endParaRPr lang="en-US" altLang="zh-CN" dirty="0"/>
          </a:p>
          <a:p>
            <a:pPr algn="ctr"/>
            <a:r>
              <a:rPr lang="zh-CN" altLang="en-US" dirty="0"/>
              <a:t>（从头到尾都在工画里面）</a:t>
            </a:r>
          </a:p>
        </p:txBody>
      </p:sp>
      <p:sp>
        <p:nvSpPr>
          <p:cNvPr id="6" name="矩形: 对角圆角 5">
            <a:extLst>
              <a:ext uri="{FF2B5EF4-FFF2-40B4-BE49-F238E27FC236}">
                <a16:creationId xmlns:a16="http://schemas.microsoft.com/office/drawing/2014/main" id="{ADF59E04-9C13-488D-9B3D-033FDB770231}"/>
              </a:ext>
            </a:extLst>
          </p:cNvPr>
          <p:cNvSpPr/>
          <p:nvPr/>
        </p:nvSpPr>
        <p:spPr>
          <a:xfrm>
            <a:off x="5990936" y="3024904"/>
            <a:ext cx="1884218" cy="1006764"/>
          </a:xfrm>
          <a:prstGeom prst="round2Diag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退出（开始在后来不在）</a:t>
            </a:r>
          </a:p>
        </p:txBody>
      </p:sp>
      <p:sp>
        <p:nvSpPr>
          <p:cNvPr id="7" name="矩形: 对角圆角 6">
            <a:extLst>
              <a:ext uri="{FF2B5EF4-FFF2-40B4-BE49-F238E27FC236}">
                <a16:creationId xmlns:a16="http://schemas.microsoft.com/office/drawing/2014/main" id="{7A56EA5D-FA8A-498E-A856-B003B58CB618}"/>
              </a:ext>
            </a:extLst>
          </p:cNvPr>
          <p:cNvSpPr/>
          <p:nvPr/>
        </p:nvSpPr>
        <p:spPr>
          <a:xfrm>
            <a:off x="8235373" y="3024904"/>
            <a:ext cx="1884218" cy="1006764"/>
          </a:xfrm>
          <a:prstGeom prst="round2Diag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路径（从头到尾都在，中间移动）</a:t>
            </a: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14580537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7" presetClass="emph" presetSubtype="0" fill="remove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2" dur="250" autoRev="1" fill="remove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13" dur="250" autoRev="1" fill="remove"/>
                                        <p:tgtEl>
                                          <p:spTgt spid="5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14" dur="250" autoRev="1" fill="remove"/>
                                        <p:tgtEl>
                                          <p:spTgt spid="5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5" dur="250" autoRev="1" fill="remove"/>
                                        <p:tgtEl>
                                          <p:spTgt spid="5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42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+.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50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375E-6 -1.85185E-6 L 0.125 -1.85185E-6 C 0.18099 -1.85185E-6 0.25 0.06898 0.25 0.125 L 0.25 0.25 " pathEditMode="relative" rAng="0" ptsTypes="AAAA">
                                      <p:cBhvr>
                                        <p:cTn id="26" dur="2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2500" y="1250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A1CC50F-B456-4D43-9188-6AC22D60E0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CN" sz="2200" b="1" u="sng" dirty="0"/>
              <a:t>Sample 1</a:t>
            </a:r>
            <a:r>
              <a:rPr lang="en-US" altLang="zh-CN" sz="2200" b="1" dirty="0"/>
              <a:t>:</a:t>
            </a:r>
            <a:r>
              <a:rPr lang="en-US" altLang="zh-CN" sz="2200" dirty="0"/>
              <a:t> 3</a:t>
            </a:r>
            <a:r>
              <a:rPr lang="zh-CN" altLang="en-US" sz="2200" dirty="0"/>
              <a:t>个方框飞入：全选方框，点击动画选择飞入，点击预览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FB90966-3664-4910-B9F7-11F31833B0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09BDAC1-F752-4A52-9C2D-77BEA48D6147}"/>
              </a:ext>
            </a:extLst>
          </p:cNvPr>
          <p:cNvSpPr/>
          <p:nvPr/>
        </p:nvSpPr>
        <p:spPr>
          <a:xfrm>
            <a:off x="5246914" y="2155371"/>
            <a:ext cx="1643743" cy="79465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方块</a:t>
            </a:r>
            <a:r>
              <a:rPr lang="en-US" altLang="zh-CN" dirty="0"/>
              <a:t>1. </a:t>
            </a:r>
            <a:r>
              <a:rPr lang="zh-CN" altLang="en-US" dirty="0"/>
              <a:t>飞入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0F046A92-F706-4AD8-9C34-F3A708742DFA}"/>
              </a:ext>
            </a:extLst>
          </p:cNvPr>
          <p:cNvSpPr/>
          <p:nvPr/>
        </p:nvSpPr>
        <p:spPr>
          <a:xfrm>
            <a:off x="5246913" y="3084966"/>
            <a:ext cx="1643743" cy="79465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方块</a:t>
            </a:r>
            <a:r>
              <a:rPr lang="en-US" altLang="zh-CN" dirty="0"/>
              <a:t>2. </a:t>
            </a:r>
            <a:r>
              <a:rPr lang="zh-CN" altLang="en-US" dirty="0"/>
              <a:t>飞入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7E5823BC-5F05-4C86-9F52-FACC831FBD52}"/>
              </a:ext>
            </a:extLst>
          </p:cNvPr>
          <p:cNvSpPr/>
          <p:nvPr/>
        </p:nvSpPr>
        <p:spPr>
          <a:xfrm>
            <a:off x="5246912" y="4014561"/>
            <a:ext cx="1643743" cy="79465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方块</a:t>
            </a:r>
            <a:r>
              <a:rPr lang="en-US" altLang="zh-CN" dirty="0"/>
              <a:t>3. </a:t>
            </a:r>
            <a:r>
              <a:rPr lang="zh-CN" altLang="en-US" dirty="0"/>
              <a:t>飞入</a:t>
            </a:r>
          </a:p>
        </p:txBody>
      </p:sp>
    </p:spTree>
    <p:extLst>
      <p:ext uri="{BB962C8B-B14F-4D97-AF65-F5344CB8AC3E}">
        <p14:creationId xmlns:p14="http://schemas.microsoft.com/office/powerpoint/2010/main" val="7767778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6607C54-0156-4A4F-B568-529DFC5EB4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A4A9DF36-8FB1-4D58-BA87-59C467CCF162}"/>
              </a:ext>
            </a:extLst>
          </p:cNvPr>
          <p:cNvSpPr/>
          <p:nvPr/>
        </p:nvSpPr>
        <p:spPr>
          <a:xfrm>
            <a:off x="5246914" y="2155371"/>
            <a:ext cx="1643743" cy="79465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方块</a:t>
            </a:r>
            <a:r>
              <a:rPr lang="en-US" altLang="zh-CN" dirty="0"/>
              <a:t>1. </a:t>
            </a:r>
            <a:r>
              <a:rPr lang="zh-CN" altLang="en-US" dirty="0"/>
              <a:t>飞入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4A3A999B-AF34-423B-99DB-D451EB0A2565}"/>
              </a:ext>
            </a:extLst>
          </p:cNvPr>
          <p:cNvSpPr/>
          <p:nvPr/>
        </p:nvSpPr>
        <p:spPr>
          <a:xfrm>
            <a:off x="5246913" y="3084966"/>
            <a:ext cx="1643743" cy="79465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方块</a:t>
            </a:r>
            <a:r>
              <a:rPr lang="en-US" altLang="zh-CN" dirty="0"/>
              <a:t>2. </a:t>
            </a:r>
            <a:r>
              <a:rPr lang="zh-CN" altLang="en-US" dirty="0"/>
              <a:t>飞入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1117B333-8D03-413C-8A05-8D80437CBD54}"/>
              </a:ext>
            </a:extLst>
          </p:cNvPr>
          <p:cNvSpPr/>
          <p:nvPr/>
        </p:nvSpPr>
        <p:spPr>
          <a:xfrm>
            <a:off x="5246912" y="4014561"/>
            <a:ext cx="1643743" cy="79465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方块</a:t>
            </a:r>
            <a:r>
              <a:rPr lang="en-US" altLang="zh-CN" dirty="0"/>
              <a:t>3. </a:t>
            </a:r>
            <a:r>
              <a:rPr lang="zh-CN" altLang="en-US" dirty="0"/>
              <a:t>飞入</a:t>
            </a:r>
          </a:p>
        </p:txBody>
      </p:sp>
      <p:sp>
        <p:nvSpPr>
          <p:cNvPr id="10" name="标题 1">
            <a:extLst>
              <a:ext uri="{FF2B5EF4-FFF2-40B4-BE49-F238E27FC236}">
                <a16:creationId xmlns:a16="http://schemas.microsoft.com/office/drawing/2014/main" id="{26E2AC48-A593-46C6-AF61-8997E0FA8C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altLang="zh-CN" sz="2200" b="1" u="sng" dirty="0"/>
              <a:t>Sample 2</a:t>
            </a:r>
            <a:r>
              <a:rPr lang="en-US" altLang="zh-CN" sz="2200" b="1" dirty="0"/>
              <a:t>:</a:t>
            </a:r>
            <a:r>
              <a:rPr lang="en-US" altLang="zh-CN" sz="2200" dirty="0"/>
              <a:t> 3</a:t>
            </a:r>
            <a:r>
              <a:rPr lang="zh-CN" altLang="en-US" sz="2200" dirty="0"/>
              <a:t>个方框飞入：全选方框，点击动画选择飞入，点击效果选项选择自左侧</a:t>
            </a:r>
          </a:p>
        </p:txBody>
      </p:sp>
    </p:spTree>
    <p:extLst>
      <p:ext uri="{BB962C8B-B14F-4D97-AF65-F5344CB8AC3E}">
        <p14:creationId xmlns:p14="http://schemas.microsoft.com/office/powerpoint/2010/main" val="26515678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6607C54-0156-4A4F-B568-529DFC5EB4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A4A9DF36-8FB1-4D58-BA87-59C467CCF162}"/>
              </a:ext>
            </a:extLst>
          </p:cNvPr>
          <p:cNvSpPr/>
          <p:nvPr/>
        </p:nvSpPr>
        <p:spPr>
          <a:xfrm>
            <a:off x="5246914" y="2155371"/>
            <a:ext cx="1643743" cy="79465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方块</a:t>
            </a:r>
            <a:r>
              <a:rPr lang="en-US" altLang="zh-CN" dirty="0"/>
              <a:t>1. </a:t>
            </a:r>
            <a:r>
              <a:rPr lang="zh-CN" altLang="en-US" dirty="0"/>
              <a:t>飞入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4A3A999B-AF34-423B-99DB-D451EB0A2565}"/>
              </a:ext>
            </a:extLst>
          </p:cNvPr>
          <p:cNvSpPr/>
          <p:nvPr/>
        </p:nvSpPr>
        <p:spPr>
          <a:xfrm>
            <a:off x="5246913" y="3084966"/>
            <a:ext cx="1643743" cy="79465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方块</a:t>
            </a:r>
            <a:r>
              <a:rPr lang="en-US" altLang="zh-CN" dirty="0"/>
              <a:t>2. </a:t>
            </a:r>
            <a:r>
              <a:rPr lang="zh-CN" altLang="en-US" dirty="0"/>
              <a:t>飞入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1117B333-8D03-413C-8A05-8D80437CBD54}"/>
              </a:ext>
            </a:extLst>
          </p:cNvPr>
          <p:cNvSpPr/>
          <p:nvPr/>
        </p:nvSpPr>
        <p:spPr>
          <a:xfrm>
            <a:off x="5246912" y="4014561"/>
            <a:ext cx="1643743" cy="79465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方块</a:t>
            </a:r>
            <a:r>
              <a:rPr lang="en-US" altLang="zh-CN" dirty="0"/>
              <a:t>3. </a:t>
            </a:r>
            <a:r>
              <a:rPr lang="zh-CN" altLang="en-US" dirty="0"/>
              <a:t>飞入</a:t>
            </a:r>
          </a:p>
        </p:txBody>
      </p:sp>
      <p:sp>
        <p:nvSpPr>
          <p:cNvPr id="10" name="标题 1">
            <a:extLst>
              <a:ext uri="{FF2B5EF4-FFF2-40B4-BE49-F238E27FC236}">
                <a16:creationId xmlns:a16="http://schemas.microsoft.com/office/drawing/2014/main" id="{26E2AC48-A593-46C6-AF61-8997E0FA8C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altLang="zh-CN" sz="2200" b="1" u="sng" dirty="0"/>
              <a:t>Sample 3</a:t>
            </a:r>
            <a:r>
              <a:rPr lang="en-US" altLang="zh-CN" sz="2200" b="1" dirty="0"/>
              <a:t>:</a:t>
            </a:r>
            <a:r>
              <a:rPr lang="en-US" altLang="zh-CN" sz="2200" dirty="0"/>
              <a:t> 3</a:t>
            </a:r>
            <a:r>
              <a:rPr lang="zh-CN" altLang="en-US" sz="2200" dirty="0"/>
              <a:t>个方框飞入：全选方框，点击动画选择飞入，点击效果选项选择自左侧，点击动画窗格，方框</a:t>
            </a:r>
            <a:r>
              <a:rPr lang="en-US" altLang="zh-CN" sz="2200" dirty="0"/>
              <a:t>2</a:t>
            </a:r>
            <a:r>
              <a:rPr lang="zh-CN" altLang="en-US" sz="2200" dirty="0"/>
              <a:t>延迟</a:t>
            </a:r>
            <a:r>
              <a:rPr lang="en-US" altLang="zh-CN" sz="2200" dirty="0"/>
              <a:t>0.25</a:t>
            </a:r>
            <a:r>
              <a:rPr lang="zh-CN" altLang="en-US" sz="2200" dirty="0"/>
              <a:t>秒，方框</a:t>
            </a:r>
            <a:r>
              <a:rPr lang="en-US" altLang="zh-CN" sz="2200" dirty="0"/>
              <a:t>3</a:t>
            </a:r>
            <a:r>
              <a:rPr lang="zh-CN" altLang="en-US" sz="2200" dirty="0"/>
              <a:t>延迟</a:t>
            </a:r>
            <a:r>
              <a:rPr lang="en-US" altLang="zh-CN" sz="2200" dirty="0"/>
              <a:t>0.5</a:t>
            </a:r>
            <a:r>
              <a:rPr lang="zh-CN" altLang="en-US" sz="2200" dirty="0"/>
              <a:t>秒</a:t>
            </a:r>
          </a:p>
        </p:txBody>
      </p:sp>
    </p:spTree>
    <p:extLst>
      <p:ext uri="{BB962C8B-B14F-4D97-AF65-F5344CB8AC3E}">
        <p14:creationId xmlns:p14="http://schemas.microsoft.com/office/powerpoint/2010/main" val="29382377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8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标题 1">
            <a:extLst>
              <a:ext uri="{FF2B5EF4-FFF2-40B4-BE49-F238E27FC236}">
                <a16:creationId xmlns:a16="http://schemas.microsoft.com/office/drawing/2014/main" id="{26E2AC48-A593-46C6-AF61-8997E0FA8C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091093"/>
          </a:xfrm>
        </p:spPr>
        <p:txBody>
          <a:bodyPr>
            <a:normAutofit/>
          </a:bodyPr>
          <a:lstStyle/>
          <a:p>
            <a:r>
              <a:rPr lang="en-US" altLang="zh-CN" sz="2200" b="1" u="sng" dirty="0"/>
              <a:t>Sample 4</a:t>
            </a:r>
            <a:r>
              <a:rPr lang="en-US" altLang="zh-CN" sz="2200" b="1" dirty="0"/>
              <a:t>:</a:t>
            </a:r>
            <a:r>
              <a:rPr lang="en-US" altLang="zh-CN" sz="2200" dirty="0"/>
              <a:t> </a:t>
            </a:r>
            <a:br>
              <a:rPr lang="en-US" altLang="zh-CN" sz="2200" dirty="0"/>
            </a:br>
            <a:br>
              <a:rPr lang="en-US" altLang="zh-CN" sz="2200" dirty="0"/>
            </a:br>
            <a:r>
              <a:rPr lang="en-US" altLang="zh-CN" sz="2200" dirty="0"/>
              <a:t>1. </a:t>
            </a:r>
            <a:r>
              <a:rPr lang="zh-CN" altLang="en-US" sz="2200" b="1" dirty="0"/>
              <a:t>目标：</a:t>
            </a:r>
            <a:r>
              <a:rPr lang="zh-CN" altLang="en-US" sz="2200" dirty="0"/>
              <a:t>选中所有星星，选择翻转式由远及近进入，如下：</a:t>
            </a:r>
            <a:br>
              <a:rPr lang="en-US" altLang="zh-CN" sz="2200" dirty="0"/>
            </a:br>
            <a:br>
              <a:rPr lang="en-US" altLang="zh-CN" sz="2200" dirty="0"/>
            </a:br>
            <a:endParaRPr lang="zh-CN" altLang="en-US" sz="2200" dirty="0"/>
          </a:p>
        </p:txBody>
      </p:sp>
    </p:spTree>
    <p:extLst>
      <p:ext uri="{BB962C8B-B14F-4D97-AF65-F5344CB8AC3E}">
        <p14:creationId xmlns:p14="http://schemas.microsoft.com/office/powerpoint/2010/main" val="26872177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0FCD86E-C818-4A0A-AFFC-712C60E4E3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pic>
        <p:nvPicPr>
          <p:cNvPr id="4" name="内容占位符 3">
            <a:extLst>
              <a:ext uri="{FF2B5EF4-FFF2-40B4-BE49-F238E27FC236}">
                <a16:creationId xmlns:a16="http://schemas.microsoft.com/office/drawing/2014/main" id="{59D6641A-E17F-400D-8B5E-63014B7A6F5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1999" cy="6857999"/>
          </a:xfrm>
          <a:prstGeom prst="rect">
            <a:avLst/>
          </a:prstGeom>
        </p:spPr>
      </p:pic>
      <p:pic>
        <p:nvPicPr>
          <p:cNvPr id="5" name="内容占位符 4">
            <a:extLst>
              <a:ext uri="{FF2B5EF4-FFF2-40B4-BE49-F238E27FC236}">
                <a16:creationId xmlns:a16="http://schemas.microsoft.com/office/drawing/2014/main" id="{3A03731E-CCD3-44F7-9CBF-5075E2F68C8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883314" y="2830371"/>
            <a:ext cx="4152323" cy="4152323"/>
          </a:xfrm>
          <a:prstGeom prst="rect">
            <a:avLst/>
          </a:prstGeom>
        </p:spPr>
      </p:pic>
      <p:pic>
        <p:nvPicPr>
          <p:cNvPr id="6" name="图形 5">
            <a:extLst>
              <a:ext uri="{FF2B5EF4-FFF2-40B4-BE49-F238E27FC236}">
                <a16:creationId xmlns:a16="http://schemas.microsoft.com/office/drawing/2014/main" id="{7F77AC19-EBE4-470C-B077-62804275F8E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0" y="1911927"/>
            <a:ext cx="1015422" cy="1015422"/>
          </a:xfrm>
          <a:prstGeom prst="rect">
            <a:avLst/>
          </a:prstGeom>
        </p:spPr>
      </p:pic>
      <p:pic>
        <p:nvPicPr>
          <p:cNvPr id="7" name="图形 6">
            <a:extLst>
              <a:ext uri="{FF2B5EF4-FFF2-40B4-BE49-F238E27FC236}">
                <a16:creationId xmlns:a16="http://schemas.microsoft.com/office/drawing/2014/main" id="{9647A57A-4209-49C2-BCE4-9BA26C70115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17765" y="3291034"/>
            <a:ext cx="639618" cy="639618"/>
          </a:xfrm>
          <a:prstGeom prst="rect">
            <a:avLst/>
          </a:prstGeom>
        </p:spPr>
      </p:pic>
      <p:pic>
        <p:nvPicPr>
          <p:cNvPr id="8" name="图形 7">
            <a:extLst>
              <a:ext uri="{FF2B5EF4-FFF2-40B4-BE49-F238E27FC236}">
                <a16:creationId xmlns:a16="http://schemas.microsoft.com/office/drawing/2014/main" id="{5BC81229-2A3F-48AA-940A-604C12427E42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609438" y="2510562"/>
            <a:ext cx="639618" cy="639618"/>
          </a:xfrm>
          <a:prstGeom prst="rect">
            <a:avLst/>
          </a:prstGeom>
        </p:spPr>
      </p:pic>
      <p:pic>
        <p:nvPicPr>
          <p:cNvPr id="9" name="图形 8">
            <a:extLst>
              <a:ext uri="{FF2B5EF4-FFF2-40B4-BE49-F238E27FC236}">
                <a16:creationId xmlns:a16="http://schemas.microsoft.com/office/drawing/2014/main" id="{37B32407-6102-4601-BFC2-2607B690038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1552382" y="2927349"/>
            <a:ext cx="639618" cy="639618"/>
          </a:xfrm>
          <a:prstGeom prst="rect">
            <a:avLst/>
          </a:prstGeom>
        </p:spPr>
      </p:pic>
      <p:pic>
        <p:nvPicPr>
          <p:cNvPr id="10" name="图形 9">
            <a:extLst>
              <a:ext uri="{FF2B5EF4-FFF2-40B4-BE49-F238E27FC236}">
                <a16:creationId xmlns:a16="http://schemas.microsoft.com/office/drawing/2014/main" id="{FCD06D6F-45CC-4BB4-B6F6-8375499D551B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3093028" y="2065411"/>
            <a:ext cx="195118" cy="195118"/>
          </a:xfrm>
          <a:prstGeom prst="rect">
            <a:avLst/>
          </a:prstGeom>
        </p:spPr>
      </p:pic>
      <p:pic>
        <p:nvPicPr>
          <p:cNvPr id="11" name="图形 10">
            <a:extLst>
              <a:ext uri="{FF2B5EF4-FFF2-40B4-BE49-F238E27FC236}">
                <a16:creationId xmlns:a16="http://schemas.microsoft.com/office/drawing/2014/main" id="{D1EA145A-6A91-4942-97EF-2E33D02454EC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512628" y="2162970"/>
            <a:ext cx="195118" cy="195118"/>
          </a:xfrm>
          <a:prstGeom prst="rect">
            <a:avLst/>
          </a:prstGeom>
        </p:spPr>
      </p:pic>
      <p:pic>
        <p:nvPicPr>
          <p:cNvPr id="12" name="图形 11">
            <a:extLst>
              <a:ext uri="{FF2B5EF4-FFF2-40B4-BE49-F238E27FC236}">
                <a16:creationId xmlns:a16="http://schemas.microsoft.com/office/drawing/2014/main" id="{1114A46C-3004-4909-8D0F-75CFF61CCA23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4337049" y="2927349"/>
            <a:ext cx="195118" cy="195118"/>
          </a:xfrm>
          <a:prstGeom prst="rect">
            <a:avLst/>
          </a:prstGeom>
        </p:spPr>
      </p:pic>
      <p:pic>
        <p:nvPicPr>
          <p:cNvPr id="13" name="图形 12">
            <a:extLst>
              <a:ext uri="{FF2B5EF4-FFF2-40B4-BE49-F238E27FC236}">
                <a16:creationId xmlns:a16="http://schemas.microsoft.com/office/drawing/2014/main" id="{7AEE3D8D-5771-4333-9CFE-194A381A7D89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355283" y="2954769"/>
            <a:ext cx="195118" cy="195118"/>
          </a:xfrm>
          <a:prstGeom prst="rect">
            <a:avLst/>
          </a:prstGeom>
        </p:spPr>
      </p:pic>
      <p:pic>
        <p:nvPicPr>
          <p:cNvPr id="14" name="图形 13">
            <a:extLst>
              <a:ext uri="{FF2B5EF4-FFF2-40B4-BE49-F238E27FC236}">
                <a16:creationId xmlns:a16="http://schemas.microsoft.com/office/drawing/2014/main" id="{3F9F8CFD-1AFE-4DBD-8D71-36C777780F18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0749973" y="1920874"/>
            <a:ext cx="195118" cy="1951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35659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3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3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3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3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1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标题 1">
            <a:extLst>
              <a:ext uri="{FF2B5EF4-FFF2-40B4-BE49-F238E27FC236}">
                <a16:creationId xmlns:a16="http://schemas.microsoft.com/office/drawing/2014/main" id="{26E2AC48-A593-46C6-AF61-8997E0FA8C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091093"/>
          </a:xfrm>
        </p:spPr>
        <p:txBody>
          <a:bodyPr>
            <a:normAutofit/>
          </a:bodyPr>
          <a:lstStyle/>
          <a:p>
            <a:r>
              <a:rPr lang="en-US" altLang="zh-CN" sz="2200" b="1" u="sng" dirty="0"/>
              <a:t>Sample 4  (Cont’d)</a:t>
            </a:r>
            <a:r>
              <a:rPr lang="en-US" altLang="zh-CN" sz="2200" b="1" dirty="0"/>
              <a:t>: </a:t>
            </a:r>
            <a:br>
              <a:rPr lang="en-US" altLang="zh-CN" sz="2200" dirty="0"/>
            </a:br>
            <a:br>
              <a:rPr lang="en-US" altLang="zh-CN" sz="2200" dirty="0"/>
            </a:br>
            <a:r>
              <a:rPr lang="en-US" altLang="zh-CN" sz="2200" dirty="0"/>
              <a:t>1. </a:t>
            </a:r>
            <a:r>
              <a:rPr lang="zh-CN" altLang="en-US" sz="2200" b="1" dirty="0"/>
              <a:t>目标：</a:t>
            </a:r>
            <a:r>
              <a:rPr lang="zh-CN" altLang="en-US" sz="2200" dirty="0"/>
              <a:t>选中所有星星，选择翻转式由远及近进入</a:t>
            </a:r>
            <a:br>
              <a:rPr lang="en-US" altLang="zh-CN" sz="2200" dirty="0"/>
            </a:br>
            <a:r>
              <a:rPr lang="en-US" altLang="zh-CN" sz="2200" dirty="0"/>
              <a:t>2. </a:t>
            </a:r>
            <a:r>
              <a:rPr lang="zh-CN" altLang="en-US" sz="2200" dirty="0"/>
              <a:t>所有星星同一时间闪烁存在问题，</a:t>
            </a:r>
            <a:r>
              <a:rPr lang="zh-CN" altLang="en-US" sz="2200" b="1" dirty="0"/>
              <a:t>解决方案：</a:t>
            </a:r>
            <a:r>
              <a:rPr lang="zh-CN" altLang="en-US" sz="2200" dirty="0"/>
              <a:t>点击动画窗格为每一个星星增加延迟，如下：</a:t>
            </a:r>
            <a:br>
              <a:rPr lang="en-US" altLang="zh-CN" sz="2200" dirty="0"/>
            </a:br>
            <a:endParaRPr lang="zh-CN" altLang="en-US" sz="2200" dirty="0"/>
          </a:p>
        </p:txBody>
      </p:sp>
    </p:spTree>
    <p:extLst>
      <p:ext uri="{BB962C8B-B14F-4D97-AF65-F5344CB8AC3E}">
        <p14:creationId xmlns:p14="http://schemas.microsoft.com/office/powerpoint/2010/main" val="7142501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0FCD86E-C818-4A0A-AFFC-712C60E4E3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pic>
        <p:nvPicPr>
          <p:cNvPr id="4" name="内容占位符 3">
            <a:extLst>
              <a:ext uri="{FF2B5EF4-FFF2-40B4-BE49-F238E27FC236}">
                <a16:creationId xmlns:a16="http://schemas.microsoft.com/office/drawing/2014/main" id="{59D6641A-E17F-400D-8B5E-63014B7A6F5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1999" cy="6857999"/>
          </a:xfrm>
          <a:prstGeom prst="rect">
            <a:avLst/>
          </a:prstGeom>
        </p:spPr>
      </p:pic>
      <p:pic>
        <p:nvPicPr>
          <p:cNvPr id="5" name="内容占位符 4">
            <a:extLst>
              <a:ext uri="{FF2B5EF4-FFF2-40B4-BE49-F238E27FC236}">
                <a16:creationId xmlns:a16="http://schemas.microsoft.com/office/drawing/2014/main" id="{3A03731E-CCD3-44F7-9CBF-5075E2F68C8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883314" y="2830371"/>
            <a:ext cx="4152323" cy="4152323"/>
          </a:xfrm>
          <a:prstGeom prst="rect">
            <a:avLst/>
          </a:prstGeom>
        </p:spPr>
      </p:pic>
      <p:pic>
        <p:nvPicPr>
          <p:cNvPr id="6" name="图形 5">
            <a:extLst>
              <a:ext uri="{FF2B5EF4-FFF2-40B4-BE49-F238E27FC236}">
                <a16:creationId xmlns:a16="http://schemas.microsoft.com/office/drawing/2014/main" id="{7F77AC19-EBE4-470C-B077-62804275F8E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0" y="1911927"/>
            <a:ext cx="1015422" cy="1015422"/>
          </a:xfrm>
          <a:prstGeom prst="rect">
            <a:avLst/>
          </a:prstGeom>
        </p:spPr>
      </p:pic>
      <p:pic>
        <p:nvPicPr>
          <p:cNvPr id="7" name="图形 6">
            <a:extLst>
              <a:ext uri="{FF2B5EF4-FFF2-40B4-BE49-F238E27FC236}">
                <a16:creationId xmlns:a16="http://schemas.microsoft.com/office/drawing/2014/main" id="{9647A57A-4209-49C2-BCE4-9BA26C70115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17765" y="3291034"/>
            <a:ext cx="639618" cy="639618"/>
          </a:xfrm>
          <a:prstGeom prst="rect">
            <a:avLst/>
          </a:prstGeom>
        </p:spPr>
      </p:pic>
      <p:pic>
        <p:nvPicPr>
          <p:cNvPr id="8" name="图形 7">
            <a:extLst>
              <a:ext uri="{FF2B5EF4-FFF2-40B4-BE49-F238E27FC236}">
                <a16:creationId xmlns:a16="http://schemas.microsoft.com/office/drawing/2014/main" id="{5BC81229-2A3F-48AA-940A-604C12427E42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609438" y="2510562"/>
            <a:ext cx="639618" cy="639618"/>
          </a:xfrm>
          <a:prstGeom prst="rect">
            <a:avLst/>
          </a:prstGeom>
        </p:spPr>
      </p:pic>
      <p:pic>
        <p:nvPicPr>
          <p:cNvPr id="9" name="图形 8">
            <a:extLst>
              <a:ext uri="{FF2B5EF4-FFF2-40B4-BE49-F238E27FC236}">
                <a16:creationId xmlns:a16="http://schemas.microsoft.com/office/drawing/2014/main" id="{37B32407-6102-4601-BFC2-2607B690038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1552382" y="2927349"/>
            <a:ext cx="639618" cy="639618"/>
          </a:xfrm>
          <a:prstGeom prst="rect">
            <a:avLst/>
          </a:prstGeom>
        </p:spPr>
      </p:pic>
      <p:pic>
        <p:nvPicPr>
          <p:cNvPr id="10" name="图形 9">
            <a:extLst>
              <a:ext uri="{FF2B5EF4-FFF2-40B4-BE49-F238E27FC236}">
                <a16:creationId xmlns:a16="http://schemas.microsoft.com/office/drawing/2014/main" id="{FCD06D6F-45CC-4BB4-B6F6-8375499D551B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3093028" y="2065411"/>
            <a:ext cx="195118" cy="195118"/>
          </a:xfrm>
          <a:prstGeom prst="rect">
            <a:avLst/>
          </a:prstGeom>
        </p:spPr>
      </p:pic>
      <p:pic>
        <p:nvPicPr>
          <p:cNvPr id="11" name="图形 10">
            <a:extLst>
              <a:ext uri="{FF2B5EF4-FFF2-40B4-BE49-F238E27FC236}">
                <a16:creationId xmlns:a16="http://schemas.microsoft.com/office/drawing/2014/main" id="{D1EA145A-6A91-4942-97EF-2E33D02454EC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512628" y="2162970"/>
            <a:ext cx="195118" cy="195118"/>
          </a:xfrm>
          <a:prstGeom prst="rect">
            <a:avLst/>
          </a:prstGeom>
        </p:spPr>
      </p:pic>
      <p:pic>
        <p:nvPicPr>
          <p:cNvPr id="12" name="图形 11">
            <a:extLst>
              <a:ext uri="{FF2B5EF4-FFF2-40B4-BE49-F238E27FC236}">
                <a16:creationId xmlns:a16="http://schemas.microsoft.com/office/drawing/2014/main" id="{1114A46C-3004-4909-8D0F-75CFF61CCA23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4337049" y="2927349"/>
            <a:ext cx="195118" cy="195118"/>
          </a:xfrm>
          <a:prstGeom prst="rect">
            <a:avLst/>
          </a:prstGeom>
        </p:spPr>
      </p:pic>
      <p:pic>
        <p:nvPicPr>
          <p:cNvPr id="13" name="图形 12">
            <a:extLst>
              <a:ext uri="{FF2B5EF4-FFF2-40B4-BE49-F238E27FC236}">
                <a16:creationId xmlns:a16="http://schemas.microsoft.com/office/drawing/2014/main" id="{7AEE3D8D-5771-4333-9CFE-194A381A7D89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355283" y="2954769"/>
            <a:ext cx="195118" cy="195118"/>
          </a:xfrm>
          <a:prstGeom prst="rect">
            <a:avLst/>
          </a:prstGeom>
        </p:spPr>
      </p:pic>
      <p:pic>
        <p:nvPicPr>
          <p:cNvPr id="14" name="图形 13">
            <a:extLst>
              <a:ext uri="{FF2B5EF4-FFF2-40B4-BE49-F238E27FC236}">
                <a16:creationId xmlns:a16="http://schemas.microsoft.com/office/drawing/2014/main" id="{3F9F8CFD-1AFE-4DBD-8D71-36C777780F18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0749973" y="1920874"/>
            <a:ext cx="195118" cy="1951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3161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nodeType="clickEffect">
                                  <p:stCondLst>
                                    <p:cond delay="64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3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31" presetClass="entr" presetSubtype="0" fill="hold" nodeType="withEffect">
                                  <p:stCondLst>
                                    <p:cond delay="21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31" presetClass="entr" presetSubtype="0" fill="hold" nodeType="withEffect">
                                  <p:stCondLst>
                                    <p:cond delay="32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31" presetClass="entr" presetSubtype="0" fill="hold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1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标题 1">
            <a:extLst>
              <a:ext uri="{FF2B5EF4-FFF2-40B4-BE49-F238E27FC236}">
                <a16:creationId xmlns:a16="http://schemas.microsoft.com/office/drawing/2014/main" id="{26E2AC48-A593-46C6-AF61-8997E0FA8C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091093"/>
          </a:xfrm>
        </p:spPr>
        <p:txBody>
          <a:bodyPr>
            <a:normAutofit/>
          </a:bodyPr>
          <a:lstStyle/>
          <a:p>
            <a:r>
              <a:rPr lang="en-US" altLang="zh-CN" sz="2200" b="1" u="sng" dirty="0"/>
              <a:t>Sample 4  (Cont’d)</a:t>
            </a:r>
            <a:r>
              <a:rPr lang="en-US" altLang="zh-CN" sz="2200" b="1" dirty="0"/>
              <a:t>: </a:t>
            </a:r>
            <a:br>
              <a:rPr lang="en-US" altLang="zh-CN" sz="2200" dirty="0"/>
            </a:br>
            <a:br>
              <a:rPr lang="en-US" altLang="zh-CN" sz="2200" dirty="0"/>
            </a:br>
            <a:r>
              <a:rPr lang="en-US" altLang="zh-CN" sz="2200" dirty="0"/>
              <a:t>1. </a:t>
            </a:r>
            <a:r>
              <a:rPr lang="zh-CN" altLang="en-US" sz="2200" b="1" dirty="0"/>
              <a:t>目标：</a:t>
            </a:r>
            <a:r>
              <a:rPr lang="zh-CN" altLang="en-US" sz="2200" dirty="0"/>
              <a:t>选中所有星星，选择翻转式由远及近进入</a:t>
            </a:r>
            <a:br>
              <a:rPr lang="en-US" altLang="zh-CN" sz="2200" dirty="0"/>
            </a:br>
            <a:r>
              <a:rPr lang="en-US" altLang="zh-CN" sz="2200" dirty="0"/>
              <a:t>2. </a:t>
            </a:r>
            <a:r>
              <a:rPr lang="zh-CN" altLang="en-US" sz="2200" dirty="0"/>
              <a:t>所有星星只闪烁一次存在问题，</a:t>
            </a:r>
            <a:r>
              <a:rPr lang="zh-CN" altLang="en-US" sz="2200" b="1" dirty="0"/>
              <a:t>解决方案：</a:t>
            </a:r>
            <a:r>
              <a:rPr lang="zh-CN" altLang="en-US" sz="2200" dirty="0"/>
              <a:t>点击动画窗格选择所有星星，右键点击计时选择重复直到幻灯片末尾，如下：</a:t>
            </a:r>
            <a:br>
              <a:rPr lang="en-US" altLang="zh-CN" sz="2200" dirty="0"/>
            </a:br>
            <a:endParaRPr lang="zh-CN" altLang="en-US" sz="2200" dirty="0"/>
          </a:p>
        </p:txBody>
      </p:sp>
    </p:spTree>
    <p:extLst>
      <p:ext uri="{BB962C8B-B14F-4D97-AF65-F5344CB8AC3E}">
        <p14:creationId xmlns:p14="http://schemas.microsoft.com/office/powerpoint/2010/main" val="389894511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0FCD86E-C818-4A0A-AFFC-712C60E4E3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pic>
        <p:nvPicPr>
          <p:cNvPr id="4" name="内容占位符 3">
            <a:extLst>
              <a:ext uri="{FF2B5EF4-FFF2-40B4-BE49-F238E27FC236}">
                <a16:creationId xmlns:a16="http://schemas.microsoft.com/office/drawing/2014/main" id="{59D6641A-E17F-400D-8B5E-63014B7A6F5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1999" cy="6857999"/>
          </a:xfrm>
          <a:prstGeom prst="rect">
            <a:avLst/>
          </a:prstGeom>
        </p:spPr>
      </p:pic>
      <p:pic>
        <p:nvPicPr>
          <p:cNvPr id="5" name="内容占位符 4">
            <a:extLst>
              <a:ext uri="{FF2B5EF4-FFF2-40B4-BE49-F238E27FC236}">
                <a16:creationId xmlns:a16="http://schemas.microsoft.com/office/drawing/2014/main" id="{3A03731E-CCD3-44F7-9CBF-5075E2F68C8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883314" y="2830371"/>
            <a:ext cx="4152323" cy="4152323"/>
          </a:xfrm>
          <a:prstGeom prst="rect">
            <a:avLst/>
          </a:prstGeom>
        </p:spPr>
      </p:pic>
      <p:pic>
        <p:nvPicPr>
          <p:cNvPr id="6" name="图形 5">
            <a:extLst>
              <a:ext uri="{FF2B5EF4-FFF2-40B4-BE49-F238E27FC236}">
                <a16:creationId xmlns:a16="http://schemas.microsoft.com/office/drawing/2014/main" id="{7F77AC19-EBE4-470C-B077-62804275F8E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0" y="1911927"/>
            <a:ext cx="1015422" cy="1015422"/>
          </a:xfrm>
          <a:prstGeom prst="rect">
            <a:avLst/>
          </a:prstGeom>
        </p:spPr>
      </p:pic>
      <p:pic>
        <p:nvPicPr>
          <p:cNvPr id="7" name="图形 6">
            <a:extLst>
              <a:ext uri="{FF2B5EF4-FFF2-40B4-BE49-F238E27FC236}">
                <a16:creationId xmlns:a16="http://schemas.microsoft.com/office/drawing/2014/main" id="{9647A57A-4209-49C2-BCE4-9BA26C70115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17765" y="3291034"/>
            <a:ext cx="639618" cy="639618"/>
          </a:xfrm>
          <a:prstGeom prst="rect">
            <a:avLst/>
          </a:prstGeom>
        </p:spPr>
      </p:pic>
      <p:pic>
        <p:nvPicPr>
          <p:cNvPr id="8" name="图形 7">
            <a:extLst>
              <a:ext uri="{FF2B5EF4-FFF2-40B4-BE49-F238E27FC236}">
                <a16:creationId xmlns:a16="http://schemas.microsoft.com/office/drawing/2014/main" id="{5BC81229-2A3F-48AA-940A-604C12427E42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609438" y="2510562"/>
            <a:ext cx="639618" cy="639618"/>
          </a:xfrm>
          <a:prstGeom prst="rect">
            <a:avLst/>
          </a:prstGeom>
        </p:spPr>
      </p:pic>
      <p:pic>
        <p:nvPicPr>
          <p:cNvPr id="9" name="图形 8">
            <a:extLst>
              <a:ext uri="{FF2B5EF4-FFF2-40B4-BE49-F238E27FC236}">
                <a16:creationId xmlns:a16="http://schemas.microsoft.com/office/drawing/2014/main" id="{37B32407-6102-4601-BFC2-2607B690038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1552382" y="2927349"/>
            <a:ext cx="639618" cy="639618"/>
          </a:xfrm>
          <a:prstGeom prst="rect">
            <a:avLst/>
          </a:prstGeom>
        </p:spPr>
      </p:pic>
      <p:pic>
        <p:nvPicPr>
          <p:cNvPr id="10" name="图形 9">
            <a:extLst>
              <a:ext uri="{FF2B5EF4-FFF2-40B4-BE49-F238E27FC236}">
                <a16:creationId xmlns:a16="http://schemas.microsoft.com/office/drawing/2014/main" id="{FCD06D6F-45CC-4BB4-B6F6-8375499D551B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3093028" y="2065411"/>
            <a:ext cx="195118" cy="195118"/>
          </a:xfrm>
          <a:prstGeom prst="rect">
            <a:avLst/>
          </a:prstGeom>
        </p:spPr>
      </p:pic>
      <p:pic>
        <p:nvPicPr>
          <p:cNvPr id="11" name="图形 10">
            <a:extLst>
              <a:ext uri="{FF2B5EF4-FFF2-40B4-BE49-F238E27FC236}">
                <a16:creationId xmlns:a16="http://schemas.microsoft.com/office/drawing/2014/main" id="{D1EA145A-6A91-4942-97EF-2E33D02454EC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512628" y="2162970"/>
            <a:ext cx="195118" cy="195118"/>
          </a:xfrm>
          <a:prstGeom prst="rect">
            <a:avLst/>
          </a:prstGeom>
        </p:spPr>
      </p:pic>
      <p:pic>
        <p:nvPicPr>
          <p:cNvPr id="12" name="图形 11">
            <a:extLst>
              <a:ext uri="{FF2B5EF4-FFF2-40B4-BE49-F238E27FC236}">
                <a16:creationId xmlns:a16="http://schemas.microsoft.com/office/drawing/2014/main" id="{1114A46C-3004-4909-8D0F-75CFF61CCA23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4337049" y="2927349"/>
            <a:ext cx="195118" cy="195118"/>
          </a:xfrm>
          <a:prstGeom prst="rect">
            <a:avLst/>
          </a:prstGeom>
        </p:spPr>
      </p:pic>
      <p:pic>
        <p:nvPicPr>
          <p:cNvPr id="13" name="图形 12">
            <a:extLst>
              <a:ext uri="{FF2B5EF4-FFF2-40B4-BE49-F238E27FC236}">
                <a16:creationId xmlns:a16="http://schemas.microsoft.com/office/drawing/2014/main" id="{7AEE3D8D-5771-4333-9CFE-194A381A7D89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355283" y="2954769"/>
            <a:ext cx="195118" cy="195118"/>
          </a:xfrm>
          <a:prstGeom prst="rect">
            <a:avLst/>
          </a:prstGeom>
        </p:spPr>
      </p:pic>
      <p:pic>
        <p:nvPicPr>
          <p:cNvPr id="14" name="图形 13">
            <a:extLst>
              <a:ext uri="{FF2B5EF4-FFF2-40B4-BE49-F238E27FC236}">
                <a16:creationId xmlns:a16="http://schemas.microsoft.com/office/drawing/2014/main" id="{3F9F8CFD-1AFE-4DBD-8D71-36C777780F18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0749973" y="1920874"/>
            <a:ext cx="195118" cy="1951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4846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repeatCount="indefinite" fill="hold" nodeType="clickEffect">
                                  <p:stCondLst>
                                    <p:cond delay="64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31" presetClass="entr" presetSubtype="0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31" presetClass="entr" presetSubtype="0" repeatCount="indefinite" fill="hold" nodeType="withEffect">
                                  <p:stCondLst>
                                    <p:cond delay="21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31" presetClass="entr" presetSubtype="0" repeatCount="indefinite" fill="hold" nodeType="withEffect">
                                  <p:stCondLst>
                                    <p:cond delay="32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31" presetClass="entr" presetSubtype="0" repeatCount="indefinite" fill="hold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1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0FCD86E-C818-4A0A-AFFC-712C60E4E3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pic>
        <p:nvPicPr>
          <p:cNvPr id="4" name="内容占位符 3">
            <a:extLst>
              <a:ext uri="{FF2B5EF4-FFF2-40B4-BE49-F238E27FC236}">
                <a16:creationId xmlns:a16="http://schemas.microsoft.com/office/drawing/2014/main" id="{59D6641A-E17F-400D-8B5E-63014B7A6F5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1999" cy="6857999"/>
          </a:xfrm>
          <a:prstGeom prst="rect">
            <a:avLst/>
          </a:prstGeom>
        </p:spPr>
      </p:pic>
      <p:pic>
        <p:nvPicPr>
          <p:cNvPr id="5" name="内容占位符 4">
            <a:extLst>
              <a:ext uri="{FF2B5EF4-FFF2-40B4-BE49-F238E27FC236}">
                <a16:creationId xmlns:a16="http://schemas.microsoft.com/office/drawing/2014/main" id="{3A03731E-CCD3-44F7-9CBF-5075E2F68C8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883314" y="2830371"/>
            <a:ext cx="4152323" cy="4152323"/>
          </a:xfrm>
          <a:prstGeom prst="rect">
            <a:avLst/>
          </a:prstGeom>
        </p:spPr>
      </p:pic>
      <p:pic>
        <p:nvPicPr>
          <p:cNvPr id="10" name="图形 9">
            <a:extLst>
              <a:ext uri="{FF2B5EF4-FFF2-40B4-BE49-F238E27FC236}">
                <a16:creationId xmlns:a16="http://schemas.microsoft.com/office/drawing/2014/main" id="{FCD06D6F-45CC-4BB4-B6F6-8375499D551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093028" y="2065411"/>
            <a:ext cx="195118" cy="195118"/>
          </a:xfrm>
          <a:prstGeom prst="rect">
            <a:avLst/>
          </a:prstGeom>
        </p:spPr>
      </p:pic>
      <p:pic>
        <p:nvPicPr>
          <p:cNvPr id="11" name="图形 10">
            <a:extLst>
              <a:ext uri="{FF2B5EF4-FFF2-40B4-BE49-F238E27FC236}">
                <a16:creationId xmlns:a16="http://schemas.microsoft.com/office/drawing/2014/main" id="{D1EA145A-6A91-4942-97EF-2E33D02454E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512628" y="2162970"/>
            <a:ext cx="195118" cy="195118"/>
          </a:xfrm>
          <a:prstGeom prst="rect">
            <a:avLst/>
          </a:prstGeom>
        </p:spPr>
      </p:pic>
      <p:pic>
        <p:nvPicPr>
          <p:cNvPr id="12" name="图形 11">
            <a:extLst>
              <a:ext uri="{FF2B5EF4-FFF2-40B4-BE49-F238E27FC236}">
                <a16:creationId xmlns:a16="http://schemas.microsoft.com/office/drawing/2014/main" id="{1114A46C-3004-4909-8D0F-75CFF61CCA2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337049" y="2927349"/>
            <a:ext cx="195118" cy="195118"/>
          </a:xfrm>
          <a:prstGeom prst="rect">
            <a:avLst/>
          </a:prstGeom>
        </p:spPr>
      </p:pic>
      <p:pic>
        <p:nvPicPr>
          <p:cNvPr id="13" name="图形 12">
            <a:extLst>
              <a:ext uri="{FF2B5EF4-FFF2-40B4-BE49-F238E27FC236}">
                <a16:creationId xmlns:a16="http://schemas.microsoft.com/office/drawing/2014/main" id="{7AEE3D8D-5771-4333-9CFE-194A381A7D8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355283" y="2954769"/>
            <a:ext cx="195118" cy="195118"/>
          </a:xfrm>
          <a:prstGeom prst="rect">
            <a:avLst/>
          </a:prstGeom>
        </p:spPr>
      </p:pic>
      <p:pic>
        <p:nvPicPr>
          <p:cNvPr id="14" name="图形 13">
            <a:extLst>
              <a:ext uri="{FF2B5EF4-FFF2-40B4-BE49-F238E27FC236}">
                <a16:creationId xmlns:a16="http://schemas.microsoft.com/office/drawing/2014/main" id="{3F9F8CFD-1AFE-4DBD-8D71-36C777780F1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749973" y="1920874"/>
            <a:ext cx="195118" cy="1951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13165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repeatCount="indefinite" fill="hold" nodeType="clickEffect">
                                  <p:stCondLst>
                                    <p:cond delay="64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31" presetClass="entr" presetSubtype="0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31" presetClass="entr" presetSubtype="0" repeatCount="indefinite" fill="hold" nodeType="withEffect">
                                  <p:stCondLst>
                                    <p:cond delay="21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31" presetClass="entr" presetSubtype="0" repeatCount="indefinite" fill="hold" nodeType="withEffect">
                                  <p:stCondLst>
                                    <p:cond delay="32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31" presetClass="entr" presetSubtype="0" repeatCount="indefinite" fill="hold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1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标题 1">
            <a:extLst>
              <a:ext uri="{FF2B5EF4-FFF2-40B4-BE49-F238E27FC236}">
                <a16:creationId xmlns:a16="http://schemas.microsoft.com/office/drawing/2014/main" id="{26E2AC48-A593-46C6-AF61-8997E0FA8C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091093"/>
          </a:xfrm>
        </p:spPr>
        <p:txBody>
          <a:bodyPr>
            <a:normAutofit/>
          </a:bodyPr>
          <a:lstStyle/>
          <a:p>
            <a:r>
              <a:rPr lang="en-US" altLang="zh-CN" sz="2200" b="1" u="sng" dirty="0"/>
              <a:t>Sample 4  (Cont’d)</a:t>
            </a:r>
            <a:r>
              <a:rPr lang="en-US" altLang="zh-CN" sz="2200" b="1" dirty="0"/>
              <a:t>: </a:t>
            </a:r>
            <a:br>
              <a:rPr lang="en-US" altLang="zh-CN" sz="2200" dirty="0"/>
            </a:br>
            <a:br>
              <a:rPr lang="en-US" altLang="zh-CN" sz="2200" dirty="0"/>
            </a:br>
            <a:r>
              <a:rPr lang="en-US" altLang="zh-CN" sz="2200" b="1" dirty="0"/>
              <a:t>1. </a:t>
            </a:r>
            <a:r>
              <a:rPr lang="zh-CN" altLang="en-US" sz="2200" b="1" dirty="0"/>
              <a:t>目标：</a:t>
            </a:r>
            <a:r>
              <a:rPr lang="zh-CN" altLang="en-US" sz="2200" dirty="0"/>
              <a:t>月亮升起再降落</a:t>
            </a:r>
            <a:br>
              <a:rPr lang="en-US" altLang="zh-CN" sz="2200" dirty="0"/>
            </a:br>
            <a:r>
              <a:rPr lang="en-US" altLang="zh-CN" sz="2200" dirty="0"/>
              <a:t>2. </a:t>
            </a:r>
            <a:r>
              <a:rPr lang="zh-CN" altLang="en-US" sz="2200" dirty="0"/>
              <a:t>月亮不动存在问题，</a:t>
            </a:r>
            <a:r>
              <a:rPr lang="zh-CN" altLang="en-US" sz="2200" b="1" dirty="0"/>
              <a:t>解决方案：</a:t>
            </a:r>
            <a:r>
              <a:rPr lang="zh-CN" altLang="en-US" sz="2200" dirty="0"/>
              <a:t>月亮一直在画面中，只是路径需要移动而已，所以选择动作路径。</a:t>
            </a:r>
            <a:r>
              <a:rPr lang="en-US" altLang="zh-CN" sz="2200" dirty="0"/>
              <a:t>A) </a:t>
            </a:r>
            <a:r>
              <a:rPr lang="zh-CN" altLang="en-US" sz="2200" dirty="0"/>
              <a:t>选择月亮，点击动画，给月亮一个弧形的动作路径，并</a:t>
            </a:r>
            <a:r>
              <a:rPr lang="en-US" altLang="zh-CN" sz="2200" dirty="0"/>
              <a:t>B) </a:t>
            </a:r>
            <a:r>
              <a:rPr lang="zh-CN" altLang="en-US" sz="2200" dirty="0"/>
              <a:t>在效果选项中给动作路径设置成向上，</a:t>
            </a:r>
            <a:r>
              <a:rPr lang="en-US" altLang="zh-CN" sz="2200" dirty="0"/>
              <a:t>C) </a:t>
            </a:r>
            <a:r>
              <a:rPr lang="zh-CN" altLang="en-US" sz="2200" dirty="0"/>
              <a:t>点开效果选项右下角箭头，将平滑开始和平滑结束时间设置为</a:t>
            </a:r>
            <a:r>
              <a:rPr lang="en-US" altLang="zh-CN" sz="2200" dirty="0"/>
              <a:t>0</a:t>
            </a:r>
            <a:r>
              <a:rPr lang="zh-CN" altLang="en-US" sz="2200" dirty="0"/>
              <a:t>，</a:t>
            </a:r>
            <a:r>
              <a:rPr lang="en-US" altLang="zh-CN" sz="2200" dirty="0"/>
              <a:t>D)</a:t>
            </a:r>
            <a:r>
              <a:rPr lang="zh-CN" altLang="en-US" sz="2200" dirty="0"/>
              <a:t> 持续时间设置成</a:t>
            </a:r>
            <a:r>
              <a:rPr lang="en-US" altLang="zh-CN" sz="2200" dirty="0"/>
              <a:t>10</a:t>
            </a:r>
            <a:r>
              <a:rPr lang="zh-CN" altLang="en-US" sz="2200" dirty="0"/>
              <a:t>秒，</a:t>
            </a:r>
            <a:r>
              <a:rPr lang="en-US" altLang="zh-CN" sz="2200" dirty="0"/>
              <a:t>E) </a:t>
            </a:r>
            <a:r>
              <a:rPr lang="zh-CN" altLang="en-US" sz="2200" dirty="0"/>
              <a:t>与上一个动画同时，如下：</a:t>
            </a:r>
            <a:br>
              <a:rPr lang="en-US" altLang="zh-CN" sz="2200" dirty="0"/>
            </a:br>
            <a:endParaRPr lang="zh-CN" altLang="en-US" sz="2200" dirty="0"/>
          </a:p>
        </p:txBody>
      </p:sp>
    </p:spTree>
    <p:extLst>
      <p:ext uri="{BB962C8B-B14F-4D97-AF65-F5344CB8AC3E}">
        <p14:creationId xmlns:p14="http://schemas.microsoft.com/office/powerpoint/2010/main" val="241444669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0FCD86E-C818-4A0A-AFFC-712C60E4E3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pic>
        <p:nvPicPr>
          <p:cNvPr id="4" name="内容占位符 3">
            <a:extLst>
              <a:ext uri="{FF2B5EF4-FFF2-40B4-BE49-F238E27FC236}">
                <a16:creationId xmlns:a16="http://schemas.microsoft.com/office/drawing/2014/main" id="{59D6641A-E17F-400D-8B5E-63014B7A6F5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1999" cy="6857999"/>
          </a:xfrm>
          <a:prstGeom prst="rect">
            <a:avLst/>
          </a:prstGeom>
        </p:spPr>
      </p:pic>
      <p:pic>
        <p:nvPicPr>
          <p:cNvPr id="5" name="内容占位符 4">
            <a:extLst>
              <a:ext uri="{FF2B5EF4-FFF2-40B4-BE49-F238E27FC236}">
                <a16:creationId xmlns:a16="http://schemas.microsoft.com/office/drawing/2014/main" id="{3A03731E-CCD3-44F7-9CBF-5075E2F68C8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883314" y="2830371"/>
            <a:ext cx="4152323" cy="4152323"/>
          </a:xfrm>
          <a:prstGeom prst="rect">
            <a:avLst/>
          </a:prstGeom>
        </p:spPr>
      </p:pic>
      <p:pic>
        <p:nvPicPr>
          <p:cNvPr id="6" name="图形 5">
            <a:extLst>
              <a:ext uri="{FF2B5EF4-FFF2-40B4-BE49-F238E27FC236}">
                <a16:creationId xmlns:a16="http://schemas.microsoft.com/office/drawing/2014/main" id="{7F77AC19-EBE4-470C-B077-62804275F8E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-941820" y="2413577"/>
            <a:ext cx="1015422" cy="10154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28274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4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3.125E-6 -4.81481E-6 C 0.09818 -0.02175 0.19219 -0.08217 0.29024 -0.10439 C 0.35157 -0.11921 0.46368 -0.15578 0.54948 -0.14953 C 0.63516 -0.14305 0.74362 -0.08125 0.80495 -0.06643 C 0.90339 -0.04444 0.98008 0.02038 1.07878 0.04306 " pathEditMode="relative" rAng="0" ptsTypes="AAAAA">
                                      <p:cBhvr>
                                        <p:cTn id="6" dur="2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53932" y="-537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标题 1">
            <a:extLst>
              <a:ext uri="{FF2B5EF4-FFF2-40B4-BE49-F238E27FC236}">
                <a16:creationId xmlns:a16="http://schemas.microsoft.com/office/drawing/2014/main" id="{26E2AC48-A593-46C6-AF61-8997E0FA8C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091093"/>
          </a:xfrm>
        </p:spPr>
        <p:txBody>
          <a:bodyPr>
            <a:normAutofit/>
          </a:bodyPr>
          <a:lstStyle/>
          <a:p>
            <a:r>
              <a:rPr lang="en-US" altLang="zh-CN" sz="2200" b="1" u="sng" dirty="0"/>
              <a:t>Sample 4  (Cont’d)</a:t>
            </a:r>
            <a:r>
              <a:rPr lang="en-US" altLang="zh-CN" sz="2200" b="1" dirty="0"/>
              <a:t>: </a:t>
            </a:r>
            <a:br>
              <a:rPr lang="en-US" altLang="zh-CN" sz="2200" dirty="0"/>
            </a:br>
            <a:br>
              <a:rPr lang="en-US" altLang="zh-CN" sz="2200" dirty="0"/>
            </a:br>
            <a:r>
              <a:rPr lang="en-US" altLang="zh-CN" sz="2200" b="1" dirty="0"/>
              <a:t>1. </a:t>
            </a:r>
            <a:r>
              <a:rPr lang="zh-CN" altLang="en-US" sz="2200" b="1" dirty="0"/>
              <a:t>目标：</a:t>
            </a:r>
            <a:r>
              <a:rPr lang="zh-CN" altLang="en-US" sz="2200" dirty="0"/>
              <a:t>云朵不动</a:t>
            </a:r>
            <a:br>
              <a:rPr lang="en-US" altLang="zh-CN" sz="2200" dirty="0"/>
            </a:br>
            <a:r>
              <a:rPr lang="en-US" altLang="zh-CN" sz="2200" dirty="0"/>
              <a:t>2. </a:t>
            </a:r>
            <a:r>
              <a:rPr lang="zh-CN" altLang="en-US" sz="2200" dirty="0"/>
              <a:t>云朵不动存在问题，</a:t>
            </a:r>
            <a:r>
              <a:rPr lang="zh-CN" altLang="en-US" sz="2200" b="1" dirty="0"/>
              <a:t>解决方案：</a:t>
            </a:r>
            <a:r>
              <a:rPr lang="zh-CN" altLang="en-US" sz="2200" dirty="0"/>
              <a:t>云朵一直在画面中，只是路径需要移动而已，所以选择动作路径。</a:t>
            </a:r>
            <a:r>
              <a:rPr lang="en-US" altLang="zh-CN" sz="2200" dirty="0"/>
              <a:t>A) </a:t>
            </a:r>
            <a:r>
              <a:rPr lang="zh-CN" altLang="en-US" sz="2200" dirty="0"/>
              <a:t>选择云朵，点击动画，给月亮一个直线的动作路径，</a:t>
            </a:r>
            <a:r>
              <a:rPr lang="en-US" altLang="zh-CN" sz="2200" dirty="0"/>
              <a:t>B)</a:t>
            </a:r>
            <a:r>
              <a:rPr lang="zh-CN" altLang="en-US" sz="2200" dirty="0"/>
              <a:t> 取消平滑开始和平滑结束，</a:t>
            </a:r>
            <a:r>
              <a:rPr lang="en-US" altLang="zh-CN" sz="2200" dirty="0"/>
              <a:t>C) </a:t>
            </a:r>
            <a:r>
              <a:rPr lang="zh-CN" altLang="en-US" sz="2200" dirty="0"/>
              <a:t>持续时间设置成</a:t>
            </a:r>
            <a:r>
              <a:rPr lang="en-US" altLang="zh-CN" sz="2200" dirty="0"/>
              <a:t>5</a:t>
            </a:r>
            <a:r>
              <a:rPr lang="zh-CN" altLang="en-US" sz="2200" dirty="0"/>
              <a:t>秒，</a:t>
            </a:r>
            <a:r>
              <a:rPr lang="en-US" altLang="zh-CN" sz="2200" dirty="0"/>
              <a:t>D) </a:t>
            </a:r>
            <a:r>
              <a:rPr lang="zh-CN" altLang="en-US" sz="2200" dirty="0"/>
              <a:t>与上一个动画同时，</a:t>
            </a:r>
            <a:r>
              <a:rPr lang="en-US" altLang="zh-CN" sz="2200" dirty="0"/>
              <a:t>E)</a:t>
            </a:r>
            <a:r>
              <a:rPr lang="zh-CN" altLang="en-US" sz="2200" dirty="0"/>
              <a:t> 多复制几多云，</a:t>
            </a:r>
            <a:r>
              <a:rPr lang="en-US" altLang="zh-CN" sz="2200" dirty="0"/>
              <a:t>F) </a:t>
            </a:r>
            <a:r>
              <a:rPr lang="zh-CN" altLang="en-US" sz="2200" dirty="0"/>
              <a:t>有的云大朵一点有的小朵一点，如下：</a:t>
            </a:r>
            <a:br>
              <a:rPr lang="en-US" altLang="zh-CN" sz="2200" dirty="0"/>
            </a:br>
            <a:endParaRPr lang="zh-CN" altLang="en-US" sz="2200" dirty="0"/>
          </a:p>
        </p:txBody>
      </p:sp>
    </p:spTree>
    <p:extLst>
      <p:ext uri="{BB962C8B-B14F-4D97-AF65-F5344CB8AC3E}">
        <p14:creationId xmlns:p14="http://schemas.microsoft.com/office/powerpoint/2010/main" val="243122265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0FCD86E-C818-4A0A-AFFC-712C60E4E3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pic>
        <p:nvPicPr>
          <p:cNvPr id="4" name="内容占位符 3">
            <a:extLst>
              <a:ext uri="{FF2B5EF4-FFF2-40B4-BE49-F238E27FC236}">
                <a16:creationId xmlns:a16="http://schemas.microsoft.com/office/drawing/2014/main" id="{59D6641A-E17F-400D-8B5E-63014B7A6F5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1999" cy="6857999"/>
          </a:xfrm>
          <a:prstGeom prst="rect">
            <a:avLst/>
          </a:prstGeom>
        </p:spPr>
      </p:pic>
      <p:pic>
        <p:nvPicPr>
          <p:cNvPr id="5" name="内容占位符 4">
            <a:extLst>
              <a:ext uri="{FF2B5EF4-FFF2-40B4-BE49-F238E27FC236}">
                <a16:creationId xmlns:a16="http://schemas.microsoft.com/office/drawing/2014/main" id="{3A03731E-CCD3-44F7-9CBF-5075E2F68C8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883314" y="2830371"/>
            <a:ext cx="4152323" cy="4152323"/>
          </a:xfrm>
          <a:prstGeom prst="rect">
            <a:avLst/>
          </a:prstGeom>
        </p:spPr>
      </p:pic>
      <p:pic>
        <p:nvPicPr>
          <p:cNvPr id="7" name="图形 6">
            <a:extLst>
              <a:ext uri="{FF2B5EF4-FFF2-40B4-BE49-F238E27FC236}">
                <a16:creationId xmlns:a16="http://schemas.microsoft.com/office/drawing/2014/main" id="{9647A57A-4209-49C2-BCE4-9BA26C70115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-759691" y="3247157"/>
            <a:ext cx="702673" cy="702673"/>
          </a:xfrm>
          <a:prstGeom prst="rect">
            <a:avLst/>
          </a:prstGeom>
        </p:spPr>
      </p:pic>
      <p:pic>
        <p:nvPicPr>
          <p:cNvPr id="15" name="图形 14">
            <a:extLst>
              <a:ext uri="{FF2B5EF4-FFF2-40B4-BE49-F238E27FC236}">
                <a16:creationId xmlns:a16="http://schemas.microsoft.com/office/drawing/2014/main" id="{8E59B163-734B-410A-9FDE-8D4D3681A31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51791" y="4468306"/>
            <a:ext cx="848412" cy="848412"/>
          </a:xfrm>
          <a:prstGeom prst="rect">
            <a:avLst/>
          </a:prstGeom>
        </p:spPr>
      </p:pic>
      <p:pic>
        <p:nvPicPr>
          <p:cNvPr id="16" name="图形 15">
            <a:extLst>
              <a:ext uri="{FF2B5EF4-FFF2-40B4-BE49-F238E27FC236}">
                <a16:creationId xmlns:a16="http://schemas.microsoft.com/office/drawing/2014/main" id="{397948A0-10A7-430F-A740-074AA81D1E4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951210" y="1648235"/>
            <a:ext cx="932103" cy="932103"/>
          </a:xfrm>
          <a:prstGeom prst="rect">
            <a:avLst/>
          </a:prstGeom>
        </p:spPr>
      </p:pic>
      <p:pic>
        <p:nvPicPr>
          <p:cNvPr id="18" name="图形 17">
            <a:extLst>
              <a:ext uri="{FF2B5EF4-FFF2-40B4-BE49-F238E27FC236}">
                <a16:creationId xmlns:a16="http://schemas.microsoft.com/office/drawing/2014/main" id="{8C595458-8739-43B3-A691-69D2E2D2CA6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2448632" y="766147"/>
            <a:ext cx="581567" cy="581567"/>
          </a:xfrm>
          <a:prstGeom prst="rect">
            <a:avLst/>
          </a:prstGeom>
        </p:spPr>
      </p:pic>
      <p:pic>
        <p:nvPicPr>
          <p:cNvPr id="19" name="图形 18">
            <a:extLst>
              <a:ext uri="{FF2B5EF4-FFF2-40B4-BE49-F238E27FC236}">
                <a16:creationId xmlns:a16="http://schemas.microsoft.com/office/drawing/2014/main" id="{7E2523BD-9C04-4E94-AAC2-7CCF259FBE8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839172" y="74341"/>
            <a:ext cx="581567" cy="581567"/>
          </a:xfrm>
          <a:prstGeom prst="rect">
            <a:avLst/>
          </a:prstGeom>
        </p:spPr>
      </p:pic>
      <p:pic>
        <p:nvPicPr>
          <p:cNvPr id="20" name="图形 19">
            <a:extLst>
              <a:ext uri="{FF2B5EF4-FFF2-40B4-BE49-F238E27FC236}">
                <a16:creationId xmlns:a16="http://schemas.microsoft.com/office/drawing/2014/main" id="{D5A47567-3BB4-4009-A731-CAC413AD657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-1052175" y="1898268"/>
            <a:ext cx="932103" cy="9321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39235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3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54167E-6 2.96296E-6 L 1.07161 0.00023 " pathEditMode="relative" rAng="0" ptsTypes="AA">
                                      <p:cBhvr>
                                        <p:cTn id="6" dur="5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53581" y="0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63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375E-6 4.07407E-6 L 1.07162 0.00023 " pathEditMode="relative" rAng="0" ptsTypes="AA">
                                      <p:cBhvr>
                                        <p:cTn id="8" dur="5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53581" y="0"/>
                                    </p:animMotion>
                                  </p:childTnLst>
                                </p:cTn>
                              </p:par>
                              <p:par>
                                <p:cTn id="9" presetID="63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66667E-6 -1.85185E-6 L 1.07161 0.00023 " pathEditMode="relative" rAng="0" ptsTypes="AA">
                                      <p:cBhvr>
                                        <p:cTn id="10" dur="5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53581" y="0"/>
                                    </p:animMotion>
                                  </p:childTnLst>
                                </p:cTn>
                              </p:par>
                              <p:par>
                                <p:cTn id="11" presetID="35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875E-6 3.33333E-6 L -1.07591 -0.00139 " pathEditMode="relative" rAng="0" ptsTypes="AA">
                                      <p:cBhvr>
                                        <p:cTn id="12" dur="5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53802" y="-69"/>
                                    </p:animMotion>
                                  </p:childTnLst>
                                </p:cTn>
                              </p:par>
                              <p:par>
                                <p:cTn id="13" presetID="35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125E-6 -7.40741E-7 L -1.07591 -0.00139 " pathEditMode="relative" rAng="0" ptsTypes="AA">
                                      <p:cBhvr>
                                        <p:cTn id="14" dur="5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53802" y="-69"/>
                                    </p:animMotion>
                                  </p:childTnLst>
                                </p:cTn>
                              </p:par>
                              <p:par>
                                <p:cTn id="15" presetID="63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3.125E-6 4.07407E-6 L 1.07162 0.00023 " pathEditMode="relative" rAng="0" ptsTypes="AA">
                                      <p:cBhvr>
                                        <p:cTn id="16" dur="5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53581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标题 1">
            <a:extLst>
              <a:ext uri="{FF2B5EF4-FFF2-40B4-BE49-F238E27FC236}">
                <a16:creationId xmlns:a16="http://schemas.microsoft.com/office/drawing/2014/main" id="{26E2AC48-A593-46C6-AF61-8997E0FA8C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091093"/>
          </a:xfrm>
        </p:spPr>
        <p:txBody>
          <a:bodyPr>
            <a:normAutofit/>
          </a:bodyPr>
          <a:lstStyle/>
          <a:p>
            <a:r>
              <a:rPr lang="en-US" altLang="zh-CN" sz="2200" b="1" u="sng" dirty="0"/>
              <a:t>Sample 4  (Cont’d)</a:t>
            </a:r>
            <a:r>
              <a:rPr lang="en-US" altLang="zh-CN" sz="2200" b="1" dirty="0"/>
              <a:t>: </a:t>
            </a:r>
            <a:br>
              <a:rPr lang="en-US" altLang="zh-CN" sz="2200" dirty="0"/>
            </a:br>
            <a:br>
              <a:rPr lang="en-US" altLang="zh-CN" sz="2200" dirty="0"/>
            </a:br>
            <a:r>
              <a:rPr lang="en-US" altLang="zh-CN" sz="2200" b="1" dirty="0"/>
              <a:t>1. </a:t>
            </a:r>
            <a:r>
              <a:rPr lang="zh-CN" altLang="en-US" sz="2200" b="1" dirty="0"/>
              <a:t>目标：</a:t>
            </a:r>
            <a:r>
              <a:rPr lang="zh-CN" altLang="en-US" sz="2200" dirty="0"/>
              <a:t>云朵不同时开始</a:t>
            </a:r>
            <a:br>
              <a:rPr lang="en-US" altLang="zh-CN" sz="2200" dirty="0"/>
            </a:br>
            <a:r>
              <a:rPr lang="en-US" altLang="zh-CN" sz="2200" dirty="0"/>
              <a:t>2. </a:t>
            </a:r>
            <a:r>
              <a:rPr lang="zh-CN" altLang="en-US" sz="2200" dirty="0"/>
              <a:t>云朵同时开始存在问题，</a:t>
            </a:r>
            <a:r>
              <a:rPr lang="zh-CN" altLang="en-US" sz="2200" b="1" dirty="0"/>
              <a:t>解决方案：</a:t>
            </a:r>
            <a:r>
              <a:rPr lang="en-US" altLang="zh-CN" sz="2200" dirty="0"/>
              <a:t>A)</a:t>
            </a:r>
            <a:r>
              <a:rPr lang="zh-CN" altLang="en-US" sz="2200" dirty="0"/>
              <a:t> 每一朵增加延迟，如下：</a:t>
            </a:r>
            <a:br>
              <a:rPr lang="en-US" altLang="zh-CN" sz="2200" dirty="0"/>
            </a:br>
            <a:endParaRPr lang="zh-CN" altLang="en-US" sz="2200" dirty="0"/>
          </a:p>
        </p:txBody>
      </p:sp>
    </p:spTree>
    <p:extLst>
      <p:ext uri="{BB962C8B-B14F-4D97-AF65-F5344CB8AC3E}">
        <p14:creationId xmlns:p14="http://schemas.microsoft.com/office/powerpoint/2010/main" val="127221750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0FCD86E-C818-4A0A-AFFC-712C60E4E3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pic>
        <p:nvPicPr>
          <p:cNvPr id="4" name="内容占位符 3">
            <a:extLst>
              <a:ext uri="{FF2B5EF4-FFF2-40B4-BE49-F238E27FC236}">
                <a16:creationId xmlns:a16="http://schemas.microsoft.com/office/drawing/2014/main" id="{59D6641A-E17F-400D-8B5E-63014B7A6F5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1999" cy="6857999"/>
          </a:xfrm>
          <a:prstGeom prst="rect">
            <a:avLst/>
          </a:prstGeom>
        </p:spPr>
      </p:pic>
      <p:pic>
        <p:nvPicPr>
          <p:cNvPr id="5" name="内容占位符 4">
            <a:extLst>
              <a:ext uri="{FF2B5EF4-FFF2-40B4-BE49-F238E27FC236}">
                <a16:creationId xmlns:a16="http://schemas.microsoft.com/office/drawing/2014/main" id="{3A03731E-CCD3-44F7-9CBF-5075E2F68C8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883314" y="2830371"/>
            <a:ext cx="4152323" cy="4152323"/>
          </a:xfrm>
          <a:prstGeom prst="rect">
            <a:avLst/>
          </a:prstGeom>
        </p:spPr>
      </p:pic>
      <p:pic>
        <p:nvPicPr>
          <p:cNvPr id="7" name="图形 6">
            <a:extLst>
              <a:ext uri="{FF2B5EF4-FFF2-40B4-BE49-F238E27FC236}">
                <a16:creationId xmlns:a16="http://schemas.microsoft.com/office/drawing/2014/main" id="{9647A57A-4209-49C2-BCE4-9BA26C70115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-759691" y="3247157"/>
            <a:ext cx="702673" cy="702673"/>
          </a:xfrm>
          <a:prstGeom prst="rect">
            <a:avLst/>
          </a:prstGeom>
        </p:spPr>
      </p:pic>
      <p:pic>
        <p:nvPicPr>
          <p:cNvPr id="15" name="图形 14">
            <a:extLst>
              <a:ext uri="{FF2B5EF4-FFF2-40B4-BE49-F238E27FC236}">
                <a16:creationId xmlns:a16="http://schemas.microsoft.com/office/drawing/2014/main" id="{8E59B163-734B-410A-9FDE-8D4D3681A31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51791" y="4468306"/>
            <a:ext cx="848412" cy="848412"/>
          </a:xfrm>
          <a:prstGeom prst="rect">
            <a:avLst/>
          </a:prstGeom>
        </p:spPr>
      </p:pic>
      <p:pic>
        <p:nvPicPr>
          <p:cNvPr id="16" name="图形 15">
            <a:extLst>
              <a:ext uri="{FF2B5EF4-FFF2-40B4-BE49-F238E27FC236}">
                <a16:creationId xmlns:a16="http://schemas.microsoft.com/office/drawing/2014/main" id="{397948A0-10A7-430F-A740-074AA81D1E4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951210" y="1648235"/>
            <a:ext cx="932103" cy="932103"/>
          </a:xfrm>
          <a:prstGeom prst="rect">
            <a:avLst/>
          </a:prstGeom>
        </p:spPr>
      </p:pic>
      <p:pic>
        <p:nvPicPr>
          <p:cNvPr id="18" name="图形 17">
            <a:extLst>
              <a:ext uri="{FF2B5EF4-FFF2-40B4-BE49-F238E27FC236}">
                <a16:creationId xmlns:a16="http://schemas.microsoft.com/office/drawing/2014/main" id="{8C595458-8739-43B3-A691-69D2E2D2CA6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2448632" y="766147"/>
            <a:ext cx="581567" cy="581567"/>
          </a:xfrm>
          <a:prstGeom prst="rect">
            <a:avLst/>
          </a:prstGeom>
        </p:spPr>
      </p:pic>
      <p:pic>
        <p:nvPicPr>
          <p:cNvPr id="19" name="图形 18">
            <a:extLst>
              <a:ext uri="{FF2B5EF4-FFF2-40B4-BE49-F238E27FC236}">
                <a16:creationId xmlns:a16="http://schemas.microsoft.com/office/drawing/2014/main" id="{7E2523BD-9C04-4E94-AAC2-7CCF259FBE8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839172" y="74341"/>
            <a:ext cx="581567" cy="581567"/>
          </a:xfrm>
          <a:prstGeom prst="rect">
            <a:avLst/>
          </a:prstGeom>
        </p:spPr>
      </p:pic>
      <p:pic>
        <p:nvPicPr>
          <p:cNvPr id="20" name="图形 19">
            <a:extLst>
              <a:ext uri="{FF2B5EF4-FFF2-40B4-BE49-F238E27FC236}">
                <a16:creationId xmlns:a16="http://schemas.microsoft.com/office/drawing/2014/main" id="{D5A47567-3BB4-4009-A731-CAC413AD657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-1052175" y="1898268"/>
            <a:ext cx="932103" cy="9321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94886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3" presetClass="path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3.54167E-6 2.96296E-6 L 1.07161 0.00023 " pathEditMode="relative" rAng="0" ptsTypes="AA">
                                      <p:cBhvr>
                                        <p:cTn id="6" dur="5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53581" y="0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63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375E-6 4.07407E-6 L 1.07162 0.00023 " pathEditMode="relative" rAng="0" ptsTypes="AA">
                                      <p:cBhvr>
                                        <p:cTn id="8" dur="5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53581" y="0"/>
                                    </p:animMotion>
                                  </p:childTnLst>
                                </p:cTn>
                              </p:par>
                              <p:par>
                                <p:cTn id="9" presetID="63" presetClass="path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1.66667E-6 -1.85185E-6 L 1.07161 0.00023 " pathEditMode="relative" rAng="0" ptsTypes="AA">
                                      <p:cBhvr>
                                        <p:cTn id="10" dur="5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53581" y="0"/>
                                    </p:animMotion>
                                  </p:childTnLst>
                                </p:cTn>
                              </p:par>
                              <p:par>
                                <p:cTn id="11" presetID="35" presetClass="path" presetSubtype="0" accel="50000" decel="50000" fill="hold" nodeType="withEffect">
                                  <p:stCondLst>
                                    <p:cond delay="3200"/>
                                  </p:stCondLst>
                                  <p:childTnLst>
                                    <p:animMotion origin="layout" path="M -1.875E-6 3.33333E-6 L -1.07591 -0.00139 " pathEditMode="relative" rAng="0" ptsTypes="AA">
                                      <p:cBhvr>
                                        <p:cTn id="12" dur="5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53802" y="-69"/>
                                    </p:animMotion>
                                  </p:childTnLst>
                                </p:cTn>
                              </p:par>
                              <p:par>
                                <p:cTn id="13" presetID="35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125E-6 -7.40741E-7 L -1.07591 -0.00139 " pathEditMode="relative" rAng="0" ptsTypes="AA">
                                      <p:cBhvr>
                                        <p:cTn id="14" dur="5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53802" y="-69"/>
                                    </p:animMotion>
                                  </p:childTnLst>
                                </p:cTn>
                              </p:par>
                              <p:par>
                                <p:cTn id="15" presetID="63" presetClass="path" presetSubtype="0" fill="hold" nodeType="withEffect">
                                  <p:stCondLst>
                                    <p:cond delay="2200"/>
                                  </p:stCondLst>
                                  <p:childTnLst>
                                    <p:animMotion origin="layout" path="M -3.125E-6 4.07407E-6 L 1.07162 0.00023 " pathEditMode="relative" rAng="0" ptsTypes="AA">
                                      <p:cBhvr>
                                        <p:cTn id="16" dur="5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53581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标题 1">
            <a:extLst>
              <a:ext uri="{FF2B5EF4-FFF2-40B4-BE49-F238E27FC236}">
                <a16:creationId xmlns:a16="http://schemas.microsoft.com/office/drawing/2014/main" id="{26E2AC48-A593-46C6-AF61-8997E0FA8C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091093"/>
          </a:xfrm>
        </p:spPr>
        <p:txBody>
          <a:bodyPr>
            <a:normAutofit/>
          </a:bodyPr>
          <a:lstStyle/>
          <a:p>
            <a:r>
              <a:rPr lang="en-US" altLang="zh-CN" sz="2200" b="1" u="sng" dirty="0"/>
              <a:t>Sample 4  (Cont’d)</a:t>
            </a:r>
            <a:r>
              <a:rPr lang="en-US" altLang="zh-CN" sz="2200" b="1" dirty="0"/>
              <a:t>: </a:t>
            </a:r>
            <a:br>
              <a:rPr lang="en-US" altLang="zh-CN" sz="2200" dirty="0"/>
            </a:br>
            <a:br>
              <a:rPr lang="en-US" altLang="zh-CN" sz="2200" dirty="0"/>
            </a:br>
            <a:r>
              <a:rPr lang="en-US" altLang="zh-CN" sz="2200" b="1" dirty="0"/>
              <a:t>1. </a:t>
            </a:r>
            <a:r>
              <a:rPr lang="zh-CN" altLang="en-US" sz="2200" b="1" dirty="0"/>
              <a:t>目标：</a:t>
            </a:r>
            <a:r>
              <a:rPr lang="zh-CN" altLang="en-US" sz="2200" dirty="0"/>
              <a:t>叠加所有动画</a:t>
            </a:r>
            <a:br>
              <a:rPr lang="en-US" altLang="zh-CN" sz="2200" dirty="0"/>
            </a:br>
            <a:r>
              <a:rPr lang="en-US" altLang="zh-CN" sz="2200" dirty="0"/>
              <a:t>2. </a:t>
            </a:r>
            <a:r>
              <a:rPr lang="zh-CN" altLang="en-US" sz="2200" dirty="0"/>
              <a:t>动画分开存在问题，</a:t>
            </a:r>
            <a:r>
              <a:rPr lang="zh-CN" altLang="en-US" sz="2200" b="1" dirty="0"/>
              <a:t>解决方案：</a:t>
            </a:r>
            <a:r>
              <a:rPr lang="zh-CN" altLang="en-US" sz="2200" dirty="0"/>
              <a:t>叠加所有动画在一个幻灯片里面，</a:t>
            </a:r>
            <a:r>
              <a:rPr lang="en-US" altLang="zh-CN" sz="2200" dirty="0"/>
              <a:t>A)</a:t>
            </a:r>
            <a:r>
              <a:rPr lang="zh-CN" altLang="en-US" sz="2200" dirty="0"/>
              <a:t> 以星星背景为底，把月亮</a:t>
            </a:r>
            <a:r>
              <a:rPr lang="en-US" altLang="zh-CN" sz="2200" dirty="0"/>
              <a:t>Control C</a:t>
            </a:r>
            <a:r>
              <a:rPr lang="zh-CN" altLang="en-US" sz="2200" dirty="0"/>
              <a:t>复制进来，</a:t>
            </a:r>
            <a:r>
              <a:rPr lang="en-US" altLang="zh-CN" sz="2200" dirty="0"/>
              <a:t>B)</a:t>
            </a:r>
            <a:r>
              <a:rPr lang="zh-CN" altLang="en-US" sz="2200" dirty="0"/>
              <a:t> 把所有云</a:t>
            </a:r>
            <a:r>
              <a:rPr lang="en-US" altLang="zh-CN" sz="2200" dirty="0"/>
              <a:t>Control C</a:t>
            </a:r>
            <a:r>
              <a:rPr lang="zh-CN" altLang="en-US" sz="2200" dirty="0"/>
              <a:t>复制进来，如下：</a:t>
            </a:r>
            <a:br>
              <a:rPr lang="en-US" altLang="zh-CN" sz="2200" dirty="0"/>
            </a:br>
            <a:endParaRPr lang="zh-CN" altLang="en-US" sz="2200" dirty="0"/>
          </a:p>
        </p:txBody>
      </p:sp>
    </p:spTree>
    <p:extLst>
      <p:ext uri="{BB962C8B-B14F-4D97-AF65-F5344CB8AC3E}">
        <p14:creationId xmlns:p14="http://schemas.microsoft.com/office/powerpoint/2010/main" val="26082604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0FCD86E-C818-4A0A-AFFC-712C60E4E3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pic>
        <p:nvPicPr>
          <p:cNvPr id="4" name="内容占位符 3">
            <a:extLst>
              <a:ext uri="{FF2B5EF4-FFF2-40B4-BE49-F238E27FC236}">
                <a16:creationId xmlns:a16="http://schemas.microsoft.com/office/drawing/2014/main" id="{59D6641A-E17F-400D-8B5E-63014B7A6F5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1999" cy="6857999"/>
          </a:xfrm>
          <a:prstGeom prst="rect">
            <a:avLst/>
          </a:prstGeom>
        </p:spPr>
      </p:pic>
      <p:pic>
        <p:nvPicPr>
          <p:cNvPr id="5" name="内容占位符 4">
            <a:extLst>
              <a:ext uri="{FF2B5EF4-FFF2-40B4-BE49-F238E27FC236}">
                <a16:creationId xmlns:a16="http://schemas.microsoft.com/office/drawing/2014/main" id="{3A03731E-CCD3-44F7-9CBF-5075E2F68C8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883314" y="2830371"/>
            <a:ext cx="4152323" cy="4152323"/>
          </a:xfrm>
          <a:prstGeom prst="rect">
            <a:avLst/>
          </a:prstGeom>
        </p:spPr>
      </p:pic>
      <p:pic>
        <p:nvPicPr>
          <p:cNvPr id="10" name="图形 9">
            <a:extLst>
              <a:ext uri="{FF2B5EF4-FFF2-40B4-BE49-F238E27FC236}">
                <a16:creationId xmlns:a16="http://schemas.microsoft.com/office/drawing/2014/main" id="{FCD06D6F-45CC-4BB4-B6F6-8375499D551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093028" y="2065411"/>
            <a:ext cx="195118" cy="195118"/>
          </a:xfrm>
          <a:prstGeom prst="rect">
            <a:avLst/>
          </a:prstGeom>
        </p:spPr>
      </p:pic>
      <p:pic>
        <p:nvPicPr>
          <p:cNvPr id="11" name="图形 10">
            <a:extLst>
              <a:ext uri="{FF2B5EF4-FFF2-40B4-BE49-F238E27FC236}">
                <a16:creationId xmlns:a16="http://schemas.microsoft.com/office/drawing/2014/main" id="{D1EA145A-6A91-4942-97EF-2E33D02454E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512628" y="2162970"/>
            <a:ext cx="195118" cy="195118"/>
          </a:xfrm>
          <a:prstGeom prst="rect">
            <a:avLst/>
          </a:prstGeom>
        </p:spPr>
      </p:pic>
      <p:pic>
        <p:nvPicPr>
          <p:cNvPr id="12" name="图形 11">
            <a:extLst>
              <a:ext uri="{FF2B5EF4-FFF2-40B4-BE49-F238E27FC236}">
                <a16:creationId xmlns:a16="http://schemas.microsoft.com/office/drawing/2014/main" id="{1114A46C-3004-4909-8D0F-75CFF61CCA2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337049" y="2927349"/>
            <a:ext cx="195118" cy="195118"/>
          </a:xfrm>
          <a:prstGeom prst="rect">
            <a:avLst/>
          </a:prstGeom>
        </p:spPr>
      </p:pic>
      <p:pic>
        <p:nvPicPr>
          <p:cNvPr id="13" name="图形 12">
            <a:extLst>
              <a:ext uri="{FF2B5EF4-FFF2-40B4-BE49-F238E27FC236}">
                <a16:creationId xmlns:a16="http://schemas.microsoft.com/office/drawing/2014/main" id="{7AEE3D8D-5771-4333-9CFE-194A381A7D8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355283" y="2954769"/>
            <a:ext cx="195118" cy="195118"/>
          </a:xfrm>
          <a:prstGeom prst="rect">
            <a:avLst/>
          </a:prstGeom>
        </p:spPr>
      </p:pic>
      <p:pic>
        <p:nvPicPr>
          <p:cNvPr id="14" name="图形 13">
            <a:extLst>
              <a:ext uri="{FF2B5EF4-FFF2-40B4-BE49-F238E27FC236}">
                <a16:creationId xmlns:a16="http://schemas.microsoft.com/office/drawing/2014/main" id="{3F9F8CFD-1AFE-4DBD-8D71-36C777780F1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749973" y="1920874"/>
            <a:ext cx="195118" cy="195118"/>
          </a:xfrm>
          <a:prstGeom prst="rect">
            <a:avLst/>
          </a:prstGeom>
        </p:spPr>
      </p:pic>
      <p:pic>
        <p:nvPicPr>
          <p:cNvPr id="15" name="图形 14">
            <a:extLst>
              <a:ext uri="{FF2B5EF4-FFF2-40B4-BE49-F238E27FC236}">
                <a16:creationId xmlns:a16="http://schemas.microsoft.com/office/drawing/2014/main" id="{033FEB68-16D5-438D-9B84-9B01FB353E52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-941820" y="2413577"/>
            <a:ext cx="1015422" cy="1015422"/>
          </a:xfrm>
          <a:prstGeom prst="rect">
            <a:avLst/>
          </a:prstGeom>
        </p:spPr>
      </p:pic>
      <p:pic>
        <p:nvPicPr>
          <p:cNvPr id="17" name="图形 16">
            <a:extLst>
              <a:ext uri="{FF2B5EF4-FFF2-40B4-BE49-F238E27FC236}">
                <a16:creationId xmlns:a16="http://schemas.microsoft.com/office/drawing/2014/main" id="{352251E8-3686-416D-859F-F11C6F2D9FF1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-759691" y="3247157"/>
            <a:ext cx="702673" cy="702673"/>
          </a:xfrm>
          <a:prstGeom prst="rect">
            <a:avLst/>
          </a:prstGeom>
        </p:spPr>
      </p:pic>
      <p:pic>
        <p:nvPicPr>
          <p:cNvPr id="18" name="图形 17">
            <a:extLst>
              <a:ext uri="{FF2B5EF4-FFF2-40B4-BE49-F238E27FC236}">
                <a16:creationId xmlns:a16="http://schemas.microsoft.com/office/drawing/2014/main" id="{F267A458-1F7E-4B7B-9317-96D50BF0A3D0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51791" y="4468306"/>
            <a:ext cx="848412" cy="848412"/>
          </a:xfrm>
          <a:prstGeom prst="rect">
            <a:avLst/>
          </a:prstGeom>
        </p:spPr>
      </p:pic>
      <p:pic>
        <p:nvPicPr>
          <p:cNvPr id="19" name="图形 18">
            <a:extLst>
              <a:ext uri="{FF2B5EF4-FFF2-40B4-BE49-F238E27FC236}">
                <a16:creationId xmlns:a16="http://schemas.microsoft.com/office/drawing/2014/main" id="{957101E0-1C8F-43CA-844A-636F104CC67B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2951210" y="1648235"/>
            <a:ext cx="932103" cy="932103"/>
          </a:xfrm>
          <a:prstGeom prst="rect">
            <a:avLst/>
          </a:prstGeom>
        </p:spPr>
      </p:pic>
      <p:pic>
        <p:nvPicPr>
          <p:cNvPr id="20" name="图形 19">
            <a:extLst>
              <a:ext uri="{FF2B5EF4-FFF2-40B4-BE49-F238E27FC236}">
                <a16:creationId xmlns:a16="http://schemas.microsoft.com/office/drawing/2014/main" id="{0ED7FDDD-3C75-4305-A5FA-284780F47C26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2448632" y="766147"/>
            <a:ext cx="581567" cy="581567"/>
          </a:xfrm>
          <a:prstGeom prst="rect">
            <a:avLst/>
          </a:prstGeom>
        </p:spPr>
      </p:pic>
      <p:pic>
        <p:nvPicPr>
          <p:cNvPr id="21" name="图形 20">
            <a:extLst>
              <a:ext uri="{FF2B5EF4-FFF2-40B4-BE49-F238E27FC236}">
                <a16:creationId xmlns:a16="http://schemas.microsoft.com/office/drawing/2014/main" id="{361F637A-873E-48FD-A8E4-A010C3482D07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839172" y="74341"/>
            <a:ext cx="581567" cy="581567"/>
          </a:xfrm>
          <a:prstGeom prst="rect">
            <a:avLst/>
          </a:prstGeom>
        </p:spPr>
      </p:pic>
      <p:pic>
        <p:nvPicPr>
          <p:cNvPr id="22" name="图形 21">
            <a:extLst>
              <a:ext uri="{FF2B5EF4-FFF2-40B4-BE49-F238E27FC236}">
                <a16:creationId xmlns:a16="http://schemas.microsoft.com/office/drawing/2014/main" id="{2FEF85D4-5A40-4D70-ABEA-D97E8E27F8A8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-1052175" y="1898268"/>
            <a:ext cx="932103" cy="9321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58087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repeatCount="indefinite" fill="hold" nodeType="clickEffect">
                                  <p:stCondLst>
                                    <p:cond delay="64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31" presetClass="entr" presetSubtype="0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31" presetClass="entr" presetSubtype="0" repeatCount="indefinite" fill="hold" nodeType="withEffect">
                                  <p:stCondLst>
                                    <p:cond delay="21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31" presetClass="entr" presetSubtype="0" repeatCount="indefinite" fill="hold" nodeType="withEffect">
                                  <p:stCondLst>
                                    <p:cond delay="32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31" presetClass="entr" presetSubtype="0" repeatCount="indefinite" fill="hold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1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44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3.125E-6 -4.81481E-6 C 0.09818 -0.02175 0.19219 -0.08217 0.29024 -0.10439 C 0.35157 -0.11921 0.46368 -0.15578 0.54948 -0.14953 C 0.63516 -0.14305 0.74362 -0.08125 0.80495 -0.06643 C 0.90339 -0.04444 0.98008 0.02038 1.07878 0.04306 " pathEditMode="relative" rAng="0" ptsTypes="AAAAA">
                                      <p:cBhvr>
                                        <p:cTn id="36" dur="1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53932" y="-5370"/>
                                    </p:animMotion>
                                  </p:childTnLst>
                                </p:cTn>
                              </p:par>
                              <p:par>
                                <p:cTn id="37" presetID="63" presetClass="path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3.54167E-6 2.96296E-6 L 1.07161 0.00023 " pathEditMode="relative" rAng="0" ptsTypes="AA">
                                      <p:cBhvr>
                                        <p:cTn id="38" dur="5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53581" y="0"/>
                                    </p:animMotion>
                                  </p:childTnLst>
                                </p:cTn>
                              </p:par>
                              <p:par>
                                <p:cTn id="39" presetID="63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375E-6 4.07407E-6 L 1.07162 0.00023 " pathEditMode="relative" rAng="0" ptsTypes="AA">
                                      <p:cBhvr>
                                        <p:cTn id="40" dur="5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53581" y="0"/>
                                    </p:animMotion>
                                  </p:childTnLst>
                                </p:cTn>
                              </p:par>
                              <p:par>
                                <p:cTn id="41" presetID="63" presetClass="path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1.66667E-6 -1.85185E-6 L 1.07161 0.00023 " pathEditMode="relative" rAng="0" ptsTypes="AA">
                                      <p:cBhvr>
                                        <p:cTn id="42" dur="5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53581" y="0"/>
                                    </p:animMotion>
                                  </p:childTnLst>
                                </p:cTn>
                              </p:par>
                              <p:par>
                                <p:cTn id="43" presetID="35" presetClass="path" presetSubtype="0" accel="50000" decel="50000" fill="hold" nodeType="withEffect">
                                  <p:stCondLst>
                                    <p:cond delay="3200"/>
                                  </p:stCondLst>
                                  <p:childTnLst>
                                    <p:animMotion origin="layout" path="M -1.875E-6 3.33333E-6 L -1.07591 -0.00139 " pathEditMode="relative" rAng="0" ptsTypes="AA">
                                      <p:cBhvr>
                                        <p:cTn id="44" dur="5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53802" y="-69"/>
                                    </p:animMotion>
                                  </p:childTnLst>
                                </p:cTn>
                              </p:par>
                              <p:par>
                                <p:cTn id="45" presetID="35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125E-6 -7.40741E-7 L -1.07591 -0.00139 " pathEditMode="relative" rAng="0" ptsTypes="AA">
                                      <p:cBhvr>
                                        <p:cTn id="46" dur="5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53802" y="-69"/>
                                    </p:animMotion>
                                  </p:childTnLst>
                                </p:cTn>
                              </p:par>
                              <p:par>
                                <p:cTn id="47" presetID="63" presetClass="path" presetSubtype="0" fill="hold" nodeType="withEffect">
                                  <p:stCondLst>
                                    <p:cond delay="2200"/>
                                  </p:stCondLst>
                                  <p:childTnLst>
                                    <p:animMotion origin="layout" path="M -3.125E-6 4.07407E-6 L 1.07162 0.00023 " pathEditMode="relative" rAng="0" ptsTypes="AA">
                                      <p:cBhvr>
                                        <p:cTn id="48" dur="5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53581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1396</TotalTime>
  <Words>673</Words>
  <Application>Microsoft Office PowerPoint</Application>
  <PresentationFormat>宽屏</PresentationFormat>
  <Paragraphs>29</Paragraphs>
  <Slides>20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20</vt:i4>
      </vt:variant>
    </vt:vector>
  </HeadingPairs>
  <TitlesOfParts>
    <vt:vector size="24" baseType="lpstr">
      <vt:lpstr>等线</vt:lpstr>
      <vt:lpstr>等线 Light</vt:lpstr>
      <vt:lpstr>Arial</vt:lpstr>
      <vt:lpstr>Office 主题​​</vt:lpstr>
      <vt:lpstr>动画种类</vt:lpstr>
      <vt:lpstr>PowerPoint 演示文稿</vt:lpstr>
      <vt:lpstr>Sample 1: 3个方框飞入：全选方框，点击动画选择飞入，点击预览</vt:lpstr>
      <vt:lpstr>Sample 2: 3个方框飞入：全选方框，点击动画选择飞入，点击效果选项选择自左侧</vt:lpstr>
      <vt:lpstr>Sample 3: 3个方框飞入：全选方框，点击动画选择飞入，点击效果选项选择自左侧，点击动画窗格，方框2延迟0.25秒，方框3延迟0.5秒</vt:lpstr>
      <vt:lpstr>Sample 4:   1. 目标：选中所有星星，选择翻转式由远及近进入，如下：  </vt:lpstr>
      <vt:lpstr>PowerPoint 演示文稿</vt:lpstr>
      <vt:lpstr>Sample 4  (Cont’d):   1. 目标：选中所有星星，选择翻转式由远及近进入 2. 所有星星同一时间闪烁存在问题，解决方案：点击动画窗格为每一个星星增加延迟，如下： </vt:lpstr>
      <vt:lpstr>PowerPoint 演示文稿</vt:lpstr>
      <vt:lpstr>Sample 4  (Cont’d):   1. 目标：选中所有星星，选择翻转式由远及近进入 2. 所有星星只闪烁一次存在问题，解决方案：点击动画窗格选择所有星星，右键点击计时选择重复直到幻灯片末尾，如下： </vt:lpstr>
      <vt:lpstr>PowerPoint 演示文稿</vt:lpstr>
      <vt:lpstr>PowerPoint 演示文稿</vt:lpstr>
      <vt:lpstr>Sample 4  (Cont’d):   1. 目标：月亮升起再降落 2. 月亮不动存在问题，解决方案：月亮一直在画面中，只是路径需要移动而已，所以选择动作路径。A) 选择月亮，点击动画，给月亮一个弧形的动作路径，并B) 在效果选项中给动作路径设置成向上，C) 点开效果选项右下角箭头，将平滑开始和平滑结束时间设置为0，D) 持续时间设置成10秒，E) 与上一个动画同时，如下： </vt:lpstr>
      <vt:lpstr>PowerPoint 演示文稿</vt:lpstr>
      <vt:lpstr>Sample 4  (Cont’d):   1. 目标：云朵不动 2. 云朵不动存在问题，解决方案：云朵一直在画面中，只是路径需要移动而已，所以选择动作路径。A) 选择云朵，点击动画，给月亮一个直线的动作路径，B) 取消平滑开始和平滑结束，C) 持续时间设置成5秒，D) 与上一个动画同时，E) 多复制几多云，F) 有的云大朵一点有的小朵一点，如下： </vt:lpstr>
      <vt:lpstr>PowerPoint 演示文稿</vt:lpstr>
      <vt:lpstr>Sample 4  (Cont’d):   1. 目标：云朵不同时开始 2. 云朵同时开始存在问题，解决方案：A) 每一朵增加延迟，如下： </vt:lpstr>
      <vt:lpstr>PowerPoint 演示文稿</vt:lpstr>
      <vt:lpstr>Sample 4  (Cont’d):   1. 目标：叠加所有动画 2. 动画分开存在问题，解决方案：叠加所有动画在一个幻灯片里面，A) 以星星背景为底，把月亮Control C复制进来，B) 把所有云Control C复制进来，如下： 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Canhui Wang</dc:creator>
  <cp:lastModifiedBy>Canhui Wang</cp:lastModifiedBy>
  <cp:revision>33</cp:revision>
  <dcterms:created xsi:type="dcterms:W3CDTF">2026-05-29T00:35:31Z</dcterms:created>
  <dcterms:modified xsi:type="dcterms:W3CDTF">2026-05-30T03:40:32Z</dcterms:modified>
</cp:coreProperties>
</file>